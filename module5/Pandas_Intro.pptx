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56" r:id="rId2"/>
    <p:sldId id="291" r:id="rId3"/>
    <p:sldId id="257" r:id="rId4"/>
    <p:sldId id="292" r:id="rId5"/>
    <p:sldId id="295" r:id="rId6"/>
    <p:sldId id="293" r:id="rId7"/>
    <p:sldId id="294" r:id="rId8"/>
    <p:sldId id="296" r:id="rId9"/>
    <p:sldId id="297" r:id="rId10"/>
    <p:sldId id="298" r:id="rId11"/>
    <p:sldId id="300" r:id="rId12"/>
    <p:sldId id="301" r:id="rId13"/>
    <p:sldId id="302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A0489-E78F-184B-8663-89E52C2278B0}" v="54" dt="2021-11-09T17:41:00.10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34"/>
    <p:restoredTop sz="79622"/>
  </p:normalViewPr>
  <p:slideViewPr>
    <p:cSldViewPr>
      <p:cViewPr varScale="1">
        <p:scale>
          <a:sx n="97" d="100"/>
          <a:sy n="97" d="100"/>
        </p:scale>
        <p:origin x="241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Sining" userId="704a977d29132bd8" providerId="LiveId" clId="{974BE3D1-B9EF-264F-9D4A-10FC8D095F5C}"/>
    <pc:docChg chg="undo custSel addSld delSld modSld sldOrd modMainMaster">
      <pc:chgData name="Wang Sining" userId="704a977d29132bd8" providerId="LiveId" clId="{974BE3D1-B9EF-264F-9D4A-10FC8D095F5C}" dt="2021-10-25T23:49:58.453" v="1594"/>
      <pc:docMkLst>
        <pc:docMk/>
      </pc:docMkLst>
      <pc:sldChg chg="addSp delSp modSp mod">
        <pc:chgData name="Wang Sining" userId="704a977d29132bd8" providerId="LiveId" clId="{974BE3D1-B9EF-264F-9D4A-10FC8D095F5C}" dt="2021-10-12T15:17:39.318" v="73" actId="20577"/>
        <pc:sldMkLst>
          <pc:docMk/>
          <pc:sldMk cId="0" sldId="256"/>
        </pc:sldMkLst>
        <pc:spChg chg="mod">
          <ac:chgData name="Wang Sining" userId="704a977d29132bd8" providerId="LiveId" clId="{974BE3D1-B9EF-264F-9D4A-10FC8D095F5C}" dt="2021-10-12T15:16:20.450" v="51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Wang Sining" userId="704a977d29132bd8" providerId="LiveId" clId="{974BE3D1-B9EF-264F-9D4A-10FC8D095F5C}" dt="2021-10-12T15:17:39.318" v="73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Wang Sining" userId="704a977d29132bd8" providerId="LiveId" clId="{974BE3D1-B9EF-264F-9D4A-10FC8D095F5C}" dt="2021-10-12T15:17:25.667" v="70"/>
          <ac:spMkLst>
            <pc:docMk/>
            <pc:sldMk cId="0" sldId="256"/>
            <ac:spMk id="16" creationId="{E042AEFD-50E0-A84E-9AA6-61AC9A30729C}"/>
          </ac:spMkLst>
        </pc:spChg>
        <pc:spChg chg="mod">
          <ac:chgData name="Wang Sining" userId="704a977d29132bd8" providerId="LiveId" clId="{974BE3D1-B9EF-264F-9D4A-10FC8D095F5C}" dt="2021-10-12T15:17:25.667" v="70"/>
          <ac:spMkLst>
            <pc:docMk/>
            <pc:sldMk cId="0" sldId="256"/>
            <ac:spMk id="17" creationId="{64CB55FB-2B35-D140-A415-77BCD53BA3EF}"/>
          </ac:spMkLst>
        </pc:spChg>
        <pc:spChg chg="mod">
          <ac:chgData name="Wang Sining" userId="704a977d29132bd8" providerId="LiveId" clId="{974BE3D1-B9EF-264F-9D4A-10FC8D095F5C}" dt="2021-10-12T15:17:25.667" v="70"/>
          <ac:spMkLst>
            <pc:docMk/>
            <pc:sldMk cId="0" sldId="256"/>
            <ac:spMk id="18" creationId="{127C1B10-1FE8-D14C-89C7-54C0DEC9E634}"/>
          </ac:spMkLst>
        </pc:spChg>
        <pc:grpChg chg="del mod">
          <ac:chgData name="Wang Sining" userId="704a977d29132bd8" providerId="LiveId" clId="{974BE3D1-B9EF-264F-9D4A-10FC8D095F5C}" dt="2021-10-12T15:17:09.741" v="69" actId="478"/>
          <ac:grpSpMkLst>
            <pc:docMk/>
            <pc:sldMk cId="0" sldId="256"/>
            <ac:grpSpMk id="2" creationId="{00000000-0000-0000-0000-000000000000}"/>
          </ac:grpSpMkLst>
        </pc:grpChg>
        <pc:grpChg chg="add mod">
          <ac:chgData name="Wang Sining" userId="704a977d29132bd8" providerId="LiveId" clId="{974BE3D1-B9EF-264F-9D4A-10FC8D095F5C}" dt="2021-10-12T15:17:37.131" v="72" actId="1076"/>
          <ac:grpSpMkLst>
            <pc:docMk/>
            <pc:sldMk cId="0" sldId="256"/>
            <ac:grpSpMk id="14" creationId="{DB3D302B-A69E-5249-89D7-76A82413BEA0}"/>
          </ac:grpSpMkLst>
        </pc:grpChg>
        <pc:picChg chg="mod">
          <ac:chgData name="Wang Sining" userId="704a977d29132bd8" providerId="LiveId" clId="{974BE3D1-B9EF-264F-9D4A-10FC8D095F5C}" dt="2021-10-12T15:17:25.667" v="70"/>
          <ac:picMkLst>
            <pc:docMk/>
            <pc:sldMk cId="0" sldId="256"/>
            <ac:picMk id="15" creationId="{1DE7DF7D-FE27-E64E-A041-02DD2D0B28FC}"/>
          </ac:picMkLst>
        </pc:picChg>
      </pc:sldChg>
      <pc:sldChg chg="modSp mod">
        <pc:chgData name="Wang Sining" userId="704a977d29132bd8" providerId="LiveId" clId="{974BE3D1-B9EF-264F-9D4A-10FC8D095F5C}" dt="2021-10-12T15:18:05.392" v="74" actId="20577"/>
        <pc:sldMkLst>
          <pc:docMk/>
          <pc:sldMk cId="1389419733" sldId="262"/>
        </pc:sldMkLst>
        <pc:spChg chg="mod">
          <ac:chgData name="Wang Sining" userId="704a977d29132bd8" providerId="LiveId" clId="{974BE3D1-B9EF-264F-9D4A-10FC8D095F5C}" dt="2021-10-12T15:18:05.392" v="74" actId="20577"/>
          <ac:spMkLst>
            <pc:docMk/>
            <pc:sldMk cId="1389419733" sldId="262"/>
            <ac:spMk id="3" creationId="{00000000-0000-0000-0000-000000000000}"/>
          </ac:spMkLst>
        </pc:spChg>
      </pc:sldChg>
      <pc:sldChg chg="modSp mod">
        <pc:chgData name="Wang Sining" userId="704a977d29132bd8" providerId="LiveId" clId="{974BE3D1-B9EF-264F-9D4A-10FC8D095F5C}" dt="2021-10-12T15:18:09.974" v="75" actId="20577"/>
        <pc:sldMkLst>
          <pc:docMk/>
          <pc:sldMk cId="167887661" sldId="263"/>
        </pc:sldMkLst>
        <pc:spChg chg="mod">
          <ac:chgData name="Wang Sining" userId="704a977d29132bd8" providerId="LiveId" clId="{974BE3D1-B9EF-264F-9D4A-10FC8D095F5C}" dt="2021-10-12T15:18:09.974" v="75" actId="20577"/>
          <ac:spMkLst>
            <pc:docMk/>
            <pc:sldMk cId="167887661" sldId="263"/>
            <ac:spMk id="3" creationId="{00000000-0000-0000-0000-000000000000}"/>
          </ac:spMkLst>
        </pc:spChg>
      </pc:sldChg>
      <pc:sldChg chg="modSp mod ord">
        <pc:chgData name="Wang Sining" userId="704a977d29132bd8" providerId="LiveId" clId="{974BE3D1-B9EF-264F-9D4A-10FC8D095F5C}" dt="2021-10-12T15:18:37.944" v="90" actId="20577"/>
        <pc:sldMkLst>
          <pc:docMk/>
          <pc:sldMk cId="1805093738" sldId="265"/>
        </pc:sldMkLst>
        <pc:spChg chg="mod">
          <ac:chgData name="Wang Sining" userId="704a977d29132bd8" providerId="LiveId" clId="{974BE3D1-B9EF-264F-9D4A-10FC8D095F5C}" dt="2021-10-12T15:18:37.944" v="90" actId="20577"/>
          <ac:spMkLst>
            <pc:docMk/>
            <pc:sldMk cId="1805093738" sldId="265"/>
            <ac:spMk id="2" creationId="{00000000-0000-0000-0000-000000000000}"/>
          </ac:spMkLst>
        </pc:spChg>
      </pc:sldChg>
      <pc:sldChg chg="modSp del mod">
        <pc:chgData name="Wang Sining" userId="704a977d29132bd8" providerId="LiveId" clId="{974BE3D1-B9EF-264F-9D4A-10FC8D095F5C}" dt="2021-10-12T15:21:23.593" v="314" actId="2696"/>
        <pc:sldMkLst>
          <pc:docMk/>
          <pc:sldMk cId="4077969768" sldId="267"/>
        </pc:sldMkLst>
        <pc:spChg chg="mod">
          <ac:chgData name="Wang Sining" userId="704a977d29132bd8" providerId="LiveId" clId="{974BE3D1-B9EF-264F-9D4A-10FC8D095F5C}" dt="2021-10-12T15:19:33.197" v="91" actId="14100"/>
          <ac:spMkLst>
            <pc:docMk/>
            <pc:sldMk cId="4077969768" sldId="267"/>
            <ac:spMk id="2" creationId="{00000000-0000-0000-0000-000000000000}"/>
          </ac:spMkLst>
        </pc:spChg>
      </pc:sldChg>
      <pc:sldChg chg="modSp mod">
        <pc:chgData name="Wang Sining" userId="704a977d29132bd8" providerId="LiveId" clId="{974BE3D1-B9EF-264F-9D4A-10FC8D095F5C}" dt="2021-10-14T16:41:46.420" v="715" actId="20577"/>
        <pc:sldMkLst>
          <pc:docMk/>
          <pc:sldMk cId="827301225" sldId="275"/>
        </pc:sldMkLst>
        <pc:spChg chg="mod">
          <ac:chgData name="Wang Sining" userId="704a977d29132bd8" providerId="LiveId" clId="{974BE3D1-B9EF-264F-9D4A-10FC8D095F5C}" dt="2021-10-14T16:41:46.420" v="715" actId="20577"/>
          <ac:spMkLst>
            <pc:docMk/>
            <pc:sldMk cId="827301225" sldId="275"/>
            <ac:spMk id="2" creationId="{00000000-0000-0000-0000-000000000000}"/>
          </ac:spMkLst>
        </pc:spChg>
      </pc:sldChg>
      <pc:sldChg chg="modSp mod">
        <pc:chgData name="Wang Sining" userId="704a977d29132bd8" providerId="LiveId" clId="{974BE3D1-B9EF-264F-9D4A-10FC8D095F5C}" dt="2021-10-14T16:55:20.936" v="964" actId="20577"/>
        <pc:sldMkLst>
          <pc:docMk/>
          <pc:sldMk cId="1459975435" sldId="279"/>
        </pc:sldMkLst>
        <pc:spChg chg="mod">
          <ac:chgData name="Wang Sining" userId="704a977d29132bd8" providerId="LiveId" clId="{974BE3D1-B9EF-264F-9D4A-10FC8D095F5C}" dt="2021-10-14T16:55:20.936" v="964" actId="20577"/>
          <ac:spMkLst>
            <pc:docMk/>
            <pc:sldMk cId="1459975435" sldId="279"/>
            <ac:spMk id="2" creationId="{00000000-0000-0000-0000-000000000000}"/>
          </ac:spMkLst>
        </pc:spChg>
      </pc:sldChg>
      <pc:sldChg chg="addSp delSp modSp add mod">
        <pc:chgData name="Wang Sining" userId="704a977d29132bd8" providerId="LiveId" clId="{974BE3D1-B9EF-264F-9D4A-10FC8D095F5C}" dt="2021-10-12T15:21:20.605" v="313" actId="20577"/>
        <pc:sldMkLst>
          <pc:docMk/>
          <pc:sldMk cId="1677182769" sldId="280"/>
        </pc:sldMkLst>
        <pc:spChg chg="del">
          <ac:chgData name="Wang Sining" userId="704a977d29132bd8" providerId="LiveId" clId="{974BE3D1-B9EF-264F-9D4A-10FC8D095F5C}" dt="2021-10-12T15:19:54.891" v="93" actId="478"/>
          <ac:spMkLst>
            <pc:docMk/>
            <pc:sldMk cId="1677182769" sldId="280"/>
            <ac:spMk id="2" creationId="{00000000-0000-0000-0000-000000000000}"/>
          </ac:spMkLst>
        </pc:spChg>
        <pc:spChg chg="del">
          <ac:chgData name="Wang Sining" userId="704a977d29132bd8" providerId="LiveId" clId="{974BE3D1-B9EF-264F-9D4A-10FC8D095F5C}" dt="2021-10-12T15:19:54.891" v="93" actId="478"/>
          <ac:spMkLst>
            <pc:docMk/>
            <pc:sldMk cId="1677182769" sldId="280"/>
            <ac:spMk id="3" creationId="{00000000-0000-0000-0000-000000000000}"/>
          </ac:spMkLst>
        </pc:spChg>
        <pc:spChg chg="del">
          <ac:chgData name="Wang Sining" userId="704a977d29132bd8" providerId="LiveId" clId="{974BE3D1-B9EF-264F-9D4A-10FC8D095F5C}" dt="2021-10-12T15:19:54.891" v="93" actId="478"/>
          <ac:spMkLst>
            <pc:docMk/>
            <pc:sldMk cId="1677182769" sldId="280"/>
            <ac:spMk id="4" creationId="{00000000-0000-0000-0000-000000000000}"/>
          </ac:spMkLst>
        </pc:spChg>
        <pc:spChg chg="del">
          <ac:chgData name="Wang Sining" userId="704a977d29132bd8" providerId="LiveId" clId="{974BE3D1-B9EF-264F-9D4A-10FC8D095F5C}" dt="2021-10-12T15:19:54.891" v="93" actId="478"/>
          <ac:spMkLst>
            <pc:docMk/>
            <pc:sldMk cId="1677182769" sldId="280"/>
            <ac:spMk id="5" creationId="{00000000-0000-0000-0000-000000000000}"/>
          </ac:spMkLst>
        </pc:spChg>
        <pc:spChg chg="del">
          <ac:chgData name="Wang Sining" userId="704a977d29132bd8" providerId="LiveId" clId="{974BE3D1-B9EF-264F-9D4A-10FC8D095F5C}" dt="2021-10-12T15:19:54.891" v="93" actId="478"/>
          <ac:spMkLst>
            <pc:docMk/>
            <pc:sldMk cId="1677182769" sldId="280"/>
            <ac:spMk id="6" creationId="{00000000-0000-0000-0000-000000000000}"/>
          </ac:spMkLst>
        </pc:spChg>
        <pc:spChg chg="mod">
          <ac:chgData name="Wang Sining" userId="704a977d29132bd8" providerId="LiveId" clId="{974BE3D1-B9EF-264F-9D4A-10FC8D095F5C}" dt="2021-10-12T15:20:02.320" v="94"/>
          <ac:spMkLst>
            <pc:docMk/>
            <pc:sldMk cId="1677182769" sldId="280"/>
            <ac:spMk id="11" creationId="{7F03C476-7A96-0E41-B268-4FAB2A650E57}"/>
          </ac:spMkLst>
        </pc:spChg>
        <pc:spChg chg="mod">
          <ac:chgData name="Wang Sining" userId="704a977d29132bd8" providerId="LiveId" clId="{974BE3D1-B9EF-264F-9D4A-10FC8D095F5C}" dt="2021-10-12T15:20:02.320" v="94"/>
          <ac:spMkLst>
            <pc:docMk/>
            <pc:sldMk cId="1677182769" sldId="280"/>
            <ac:spMk id="12" creationId="{E6C3EBFD-DE8C-0F40-9BD9-DF6F2B3DF216}"/>
          </ac:spMkLst>
        </pc:spChg>
        <pc:spChg chg="mod">
          <ac:chgData name="Wang Sining" userId="704a977d29132bd8" providerId="LiveId" clId="{974BE3D1-B9EF-264F-9D4A-10FC8D095F5C}" dt="2021-10-12T15:20:02.320" v="94"/>
          <ac:spMkLst>
            <pc:docMk/>
            <pc:sldMk cId="1677182769" sldId="280"/>
            <ac:spMk id="13" creationId="{F7D8ABBB-EDB4-3544-887C-8A5EDC76FFCF}"/>
          </ac:spMkLst>
        </pc:spChg>
        <pc:spChg chg="add mod">
          <ac:chgData name="Wang Sining" userId="704a977d29132bd8" providerId="LiveId" clId="{974BE3D1-B9EF-264F-9D4A-10FC8D095F5C}" dt="2021-10-12T15:21:20.605" v="313" actId="20577"/>
          <ac:spMkLst>
            <pc:docMk/>
            <pc:sldMk cId="1677182769" sldId="280"/>
            <ac:spMk id="14" creationId="{CD512F80-7C0E-8440-A27B-3C0B19A4C6F0}"/>
          </ac:spMkLst>
        </pc:spChg>
        <pc:spChg chg="add del mod">
          <ac:chgData name="Wang Sining" userId="704a977d29132bd8" providerId="LiveId" clId="{974BE3D1-B9EF-264F-9D4A-10FC8D095F5C}" dt="2021-10-12T15:20:35.671" v="153"/>
          <ac:spMkLst>
            <pc:docMk/>
            <pc:sldMk cId="1677182769" sldId="280"/>
            <ac:spMk id="15" creationId="{A1FA803F-74FC-1344-BA1C-CD8948AFE910}"/>
          </ac:spMkLst>
        </pc:spChg>
        <pc:grpChg chg="add del mod">
          <ac:chgData name="Wang Sining" userId="704a977d29132bd8" providerId="LiveId" clId="{974BE3D1-B9EF-264F-9D4A-10FC8D095F5C}" dt="2021-10-12T15:20:03.250" v="95"/>
          <ac:grpSpMkLst>
            <pc:docMk/>
            <pc:sldMk cId="1677182769" sldId="280"/>
            <ac:grpSpMk id="9" creationId="{6FF1DC01-BF05-DB40-8CA6-01AE680F738C}"/>
          </ac:grpSpMkLst>
        </pc:grpChg>
        <pc:picChg chg="mod">
          <ac:chgData name="Wang Sining" userId="704a977d29132bd8" providerId="LiveId" clId="{974BE3D1-B9EF-264F-9D4A-10FC8D095F5C}" dt="2021-10-12T15:20:02.320" v="94"/>
          <ac:picMkLst>
            <pc:docMk/>
            <pc:sldMk cId="1677182769" sldId="280"/>
            <ac:picMk id="10" creationId="{3079B552-1047-7F44-A7ED-30A5F8142CD9}"/>
          </ac:picMkLst>
        </pc:picChg>
      </pc:sldChg>
      <pc:sldChg chg="addSp modSp add del mod ord modNotes">
        <pc:chgData name="Wang Sining" userId="704a977d29132bd8" providerId="LiveId" clId="{974BE3D1-B9EF-264F-9D4A-10FC8D095F5C}" dt="2021-10-12T17:49:56.791" v="411" actId="2696"/>
        <pc:sldMkLst>
          <pc:docMk/>
          <pc:sldMk cId="3536921071" sldId="281"/>
        </pc:sldMkLst>
        <pc:picChg chg="add mod">
          <ac:chgData name="Wang Sining" userId="704a977d29132bd8" providerId="LiveId" clId="{974BE3D1-B9EF-264F-9D4A-10FC8D095F5C}" dt="2021-10-12T17:11:14.211" v="328"/>
          <ac:picMkLst>
            <pc:docMk/>
            <pc:sldMk cId="3536921071" sldId="281"/>
            <ac:picMk id="5" creationId="{44FC94EA-AF28-AB42-96C6-6B1941D8FC64}"/>
          </ac:picMkLst>
        </pc:picChg>
      </pc:sldChg>
      <pc:sldChg chg="addSp modSp add del mod ord modNotes">
        <pc:chgData name="Wang Sining" userId="704a977d29132bd8" providerId="LiveId" clId="{974BE3D1-B9EF-264F-9D4A-10FC8D095F5C}" dt="2021-10-12T17:49:57.515" v="412" actId="2696"/>
        <pc:sldMkLst>
          <pc:docMk/>
          <pc:sldMk cId="3949995734" sldId="282"/>
        </pc:sldMkLst>
        <pc:picChg chg="add mod">
          <ac:chgData name="Wang Sining" userId="704a977d29132bd8" providerId="LiveId" clId="{974BE3D1-B9EF-264F-9D4A-10FC8D095F5C}" dt="2021-10-12T17:22:11.309" v="344"/>
          <ac:picMkLst>
            <pc:docMk/>
            <pc:sldMk cId="3949995734" sldId="282"/>
            <ac:picMk id="5" creationId="{2205E6DF-7338-8642-B1A9-089981EA73E7}"/>
          </ac:picMkLst>
        </pc:picChg>
      </pc:sldChg>
      <pc:sldChg chg="addSp modSp add del mod ord modNotes">
        <pc:chgData name="Wang Sining" userId="704a977d29132bd8" providerId="LiveId" clId="{974BE3D1-B9EF-264F-9D4A-10FC8D095F5C}" dt="2021-10-12T17:49:58.093" v="413" actId="2696"/>
        <pc:sldMkLst>
          <pc:docMk/>
          <pc:sldMk cId="1241389803" sldId="283"/>
        </pc:sldMkLst>
        <pc:picChg chg="add mod">
          <ac:chgData name="Wang Sining" userId="704a977d29132bd8" providerId="LiveId" clId="{974BE3D1-B9EF-264F-9D4A-10FC8D095F5C}" dt="2021-10-12T17:24:22.578" v="360"/>
          <ac:picMkLst>
            <pc:docMk/>
            <pc:sldMk cId="1241389803" sldId="283"/>
            <ac:picMk id="5" creationId="{674AF24B-C65C-3441-BEEC-45D49953E787}"/>
          </ac:picMkLst>
        </pc:picChg>
      </pc:sldChg>
      <pc:sldChg chg="addSp modSp add mod ord modNotes">
        <pc:chgData name="Wang Sining" userId="704a977d29132bd8" providerId="LiveId" clId="{974BE3D1-B9EF-264F-9D4A-10FC8D095F5C}" dt="2021-10-12T17:36:31.667" v="394"/>
        <pc:sldMkLst>
          <pc:docMk/>
          <pc:sldMk cId="702539200" sldId="284"/>
        </pc:sldMkLst>
        <pc:picChg chg="add mod">
          <ac:chgData name="Wang Sining" userId="704a977d29132bd8" providerId="LiveId" clId="{974BE3D1-B9EF-264F-9D4A-10FC8D095F5C}" dt="2021-10-12T17:36:31.587" v="392"/>
          <ac:picMkLst>
            <pc:docMk/>
            <pc:sldMk cId="702539200" sldId="284"/>
            <ac:picMk id="5" creationId="{5078754F-0C63-E143-B11C-A919D1C0971B}"/>
          </ac:picMkLst>
        </pc:picChg>
      </pc:sldChg>
      <pc:sldChg chg="addSp modSp add del mod modNotes">
        <pc:chgData name="Wang Sining" userId="704a977d29132bd8" providerId="LiveId" clId="{974BE3D1-B9EF-264F-9D4A-10FC8D095F5C}" dt="2021-10-12T17:36:03.941" v="378" actId="2696"/>
        <pc:sldMkLst>
          <pc:docMk/>
          <pc:sldMk cId="2904385021" sldId="284"/>
        </pc:sldMkLst>
        <pc:picChg chg="add mod">
          <ac:chgData name="Wang Sining" userId="704a977d29132bd8" providerId="LiveId" clId="{974BE3D1-B9EF-264F-9D4A-10FC8D095F5C}" dt="2021-10-12T17:35:53.718" v="376"/>
          <ac:picMkLst>
            <pc:docMk/>
            <pc:sldMk cId="2904385021" sldId="284"/>
            <ac:picMk id="5" creationId="{D4A39153-4842-6245-BE54-F5224B20D150}"/>
          </ac:picMkLst>
        </pc:picChg>
      </pc:sldChg>
      <pc:sldChg chg="addSp modSp add mod ord modNotes">
        <pc:chgData name="Wang Sining" userId="704a977d29132bd8" providerId="LiveId" clId="{974BE3D1-B9EF-264F-9D4A-10FC8D095F5C}" dt="2021-10-12T17:49:48.760" v="410"/>
        <pc:sldMkLst>
          <pc:docMk/>
          <pc:sldMk cId="2152356283" sldId="285"/>
        </pc:sldMkLst>
        <pc:picChg chg="add mod">
          <ac:chgData name="Wang Sining" userId="704a977d29132bd8" providerId="LiveId" clId="{974BE3D1-B9EF-264F-9D4A-10FC8D095F5C}" dt="2021-10-12T17:49:48.668" v="408"/>
          <ac:picMkLst>
            <pc:docMk/>
            <pc:sldMk cId="2152356283" sldId="285"/>
            <ac:picMk id="5" creationId="{FCBE9306-559C-E84F-B258-2D651971875B}"/>
          </ac:picMkLst>
        </pc:picChg>
      </pc:sldChg>
      <pc:sldChg chg="addSp modSp add mod ord modNotes">
        <pc:chgData name="Wang Sining" userId="704a977d29132bd8" providerId="LiveId" clId="{974BE3D1-B9EF-264F-9D4A-10FC8D095F5C}" dt="2021-10-12T17:50:42.087" v="429"/>
        <pc:sldMkLst>
          <pc:docMk/>
          <pc:sldMk cId="3426263338" sldId="286"/>
        </pc:sldMkLst>
        <pc:picChg chg="add mod">
          <ac:chgData name="Wang Sining" userId="704a977d29132bd8" providerId="LiveId" clId="{974BE3D1-B9EF-264F-9D4A-10FC8D095F5C}" dt="2021-10-12T17:50:42.030" v="427"/>
          <ac:picMkLst>
            <pc:docMk/>
            <pc:sldMk cId="3426263338" sldId="286"/>
            <ac:picMk id="5" creationId="{5AF3EBF6-1A37-774E-8109-8737DB6A8CA7}"/>
          </ac:picMkLst>
        </pc:picChg>
      </pc:sldChg>
      <pc:sldChg chg="addSp modSp add mod ord modNotes">
        <pc:chgData name="Wang Sining" userId="704a977d29132bd8" providerId="LiveId" clId="{974BE3D1-B9EF-264F-9D4A-10FC8D095F5C}" dt="2021-10-12T17:51:31.009" v="445"/>
        <pc:sldMkLst>
          <pc:docMk/>
          <pc:sldMk cId="3705123714" sldId="287"/>
        </pc:sldMkLst>
        <pc:picChg chg="add mod">
          <ac:chgData name="Wang Sining" userId="704a977d29132bd8" providerId="LiveId" clId="{974BE3D1-B9EF-264F-9D4A-10FC8D095F5C}" dt="2021-10-12T17:51:30.934" v="443"/>
          <ac:picMkLst>
            <pc:docMk/>
            <pc:sldMk cId="3705123714" sldId="287"/>
            <ac:picMk id="5" creationId="{D4633393-8014-6047-9D58-76BF503D783D}"/>
          </ac:picMkLst>
        </pc:picChg>
      </pc:sldChg>
      <pc:sldChg chg="addSp modSp add mod ord modNotes">
        <pc:chgData name="Wang Sining" userId="704a977d29132bd8" providerId="LiveId" clId="{974BE3D1-B9EF-264F-9D4A-10FC8D095F5C}" dt="2021-10-12T17:52:46.670" v="461"/>
        <pc:sldMkLst>
          <pc:docMk/>
          <pc:sldMk cId="564743131" sldId="288"/>
        </pc:sldMkLst>
        <pc:picChg chg="add mod">
          <ac:chgData name="Wang Sining" userId="704a977d29132bd8" providerId="LiveId" clId="{974BE3D1-B9EF-264F-9D4A-10FC8D095F5C}" dt="2021-10-12T17:52:46.585" v="459"/>
          <ac:picMkLst>
            <pc:docMk/>
            <pc:sldMk cId="564743131" sldId="288"/>
            <ac:picMk id="5" creationId="{E6FBAE19-AB19-7842-B0E4-449CF2344236}"/>
          </ac:picMkLst>
        </pc:picChg>
      </pc:sldChg>
      <pc:sldChg chg="addSp modSp add mod ord modNotes">
        <pc:chgData name="Wang Sining" userId="704a977d29132bd8" providerId="LiveId" clId="{974BE3D1-B9EF-264F-9D4A-10FC8D095F5C}" dt="2021-10-12T18:03:48.581" v="477"/>
        <pc:sldMkLst>
          <pc:docMk/>
          <pc:sldMk cId="3273775774" sldId="289"/>
        </pc:sldMkLst>
        <pc:picChg chg="add mod">
          <ac:chgData name="Wang Sining" userId="704a977d29132bd8" providerId="LiveId" clId="{974BE3D1-B9EF-264F-9D4A-10FC8D095F5C}" dt="2021-10-12T18:03:48.518" v="475"/>
          <ac:picMkLst>
            <pc:docMk/>
            <pc:sldMk cId="3273775774" sldId="289"/>
            <ac:picMk id="5" creationId="{C3CCE111-839B-1B48-A8C8-78F640A5A28E}"/>
          </ac:picMkLst>
        </pc:picChg>
      </pc:sldChg>
      <pc:sldChg chg="addSp modSp add mod ord modNotes">
        <pc:chgData name="Wang Sining" userId="704a977d29132bd8" providerId="LiveId" clId="{974BE3D1-B9EF-264F-9D4A-10FC8D095F5C}" dt="2021-10-12T18:28:01.091" v="707" actId="1076"/>
        <pc:sldMkLst>
          <pc:docMk/>
          <pc:sldMk cId="271221152" sldId="290"/>
        </pc:sldMkLst>
        <pc:picChg chg="add mod">
          <ac:chgData name="Wang Sining" userId="704a977d29132bd8" providerId="LiveId" clId="{974BE3D1-B9EF-264F-9D4A-10FC8D095F5C}" dt="2021-10-12T18:28:01.091" v="707" actId="1076"/>
          <ac:picMkLst>
            <pc:docMk/>
            <pc:sldMk cId="271221152" sldId="290"/>
            <ac:picMk id="5" creationId="{96DC95D3-DE16-3242-A7E5-B83B6041775A}"/>
          </ac:picMkLst>
        </pc:picChg>
      </pc:sldChg>
      <pc:sldChg chg="addSp modSp add del mod ord modNotes">
        <pc:chgData name="Wang Sining" userId="704a977d29132bd8" providerId="LiveId" clId="{974BE3D1-B9EF-264F-9D4A-10FC8D095F5C}" dt="2021-10-12T18:09:45.589" v="690" actId="2696"/>
        <pc:sldMkLst>
          <pc:docMk/>
          <pc:sldMk cId="1180869957" sldId="290"/>
        </pc:sldMkLst>
        <pc:picChg chg="add mod">
          <ac:chgData name="Wang Sining" userId="704a977d29132bd8" providerId="LiveId" clId="{974BE3D1-B9EF-264F-9D4A-10FC8D095F5C}" dt="2021-10-12T18:09:20.373" v="687"/>
          <ac:picMkLst>
            <pc:docMk/>
            <pc:sldMk cId="1180869957" sldId="290"/>
            <ac:picMk id="5" creationId="{08249656-675C-BD42-B057-A6A506EEB04E}"/>
          </ac:picMkLst>
        </pc:picChg>
      </pc:sldChg>
      <pc:sldChg chg="addSp delSp modSp new del mod">
        <pc:chgData name="Wang Sining" userId="704a977d29132bd8" providerId="LiveId" clId="{974BE3D1-B9EF-264F-9D4A-10FC8D095F5C}" dt="2021-10-12T18:05:33.991" v="673" actId="2696"/>
        <pc:sldMkLst>
          <pc:docMk/>
          <pc:sldMk cId="1396430742" sldId="290"/>
        </pc:sldMkLst>
        <pc:spChg chg="del">
          <ac:chgData name="Wang Sining" userId="704a977d29132bd8" providerId="LiveId" clId="{974BE3D1-B9EF-264F-9D4A-10FC8D095F5C}" dt="2021-10-12T18:04:20.079" v="479" actId="478"/>
          <ac:spMkLst>
            <pc:docMk/>
            <pc:sldMk cId="1396430742" sldId="290"/>
            <ac:spMk id="2" creationId="{BFD3DA80-8528-7F43-AB36-BA6A872E7A43}"/>
          </ac:spMkLst>
        </pc:spChg>
        <pc:spChg chg="del mod">
          <ac:chgData name="Wang Sining" userId="704a977d29132bd8" providerId="LiveId" clId="{974BE3D1-B9EF-264F-9D4A-10FC8D095F5C}" dt="2021-10-12T18:05:32.273" v="672" actId="478"/>
          <ac:spMkLst>
            <pc:docMk/>
            <pc:sldMk cId="1396430742" sldId="290"/>
            <ac:spMk id="3" creationId="{9BA70095-1B7B-B740-95D3-A024FDB6E3AE}"/>
          </ac:spMkLst>
        </pc:spChg>
        <pc:spChg chg="add mod">
          <ac:chgData name="Wang Sining" userId="704a977d29132bd8" providerId="LiveId" clId="{974BE3D1-B9EF-264F-9D4A-10FC8D095F5C}" dt="2021-10-12T18:05:32.273" v="672" actId="478"/>
          <ac:spMkLst>
            <pc:docMk/>
            <pc:sldMk cId="1396430742" sldId="290"/>
            <ac:spMk id="5" creationId="{F84A1D08-EF18-1E45-A8A9-654A4BD07D94}"/>
          </ac:spMkLst>
        </pc:spChg>
      </pc:sldChg>
      <pc:sldChg chg="addSp delSp modSp new del mod">
        <pc:chgData name="Wang Sining" userId="704a977d29132bd8" providerId="LiveId" clId="{974BE3D1-B9EF-264F-9D4A-10FC8D095F5C}" dt="2021-10-14T16:46:01.190" v="720" actId="2696"/>
        <pc:sldMkLst>
          <pc:docMk/>
          <pc:sldMk cId="2000641510" sldId="291"/>
        </pc:sldMkLst>
        <pc:spChg chg="add del mod">
          <ac:chgData name="Wang Sining" userId="704a977d29132bd8" providerId="LiveId" clId="{974BE3D1-B9EF-264F-9D4A-10FC8D095F5C}" dt="2021-10-14T16:45:54.645" v="718" actId="478"/>
          <ac:spMkLst>
            <pc:docMk/>
            <pc:sldMk cId="2000641510" sldId="291"/>
            <ac:spMk id="4" creationId="{162B054C-3C19-3B46-89D5-18F6BD85D0FB}"/>
          </ac:spMkLst>
        </pc:spChg>
      </pc:sldChg>
      <pc:sldChg chg="modSp add mod">
        <pc:chgData name="Wang Sining" userId="704a977d29132bd8" providerId="LiveId" clId="{974BE3D1-B9EF-264F-9D4A-10FC8D095F5C}" dt="2021-10-14T16:47:32.928" v="789" actId="1076"/>
        <pc:sldMkLst>
          <pc:docMk/>
          <pc:sldMk cId="316399395" sldId="292"/>
        </pc:sldMkLst>
        <pc:spChg chg="mod">
          <ac:chgData name="Wang Sining" userId="704a977d29132bd8" providerId="LiveId" clId="{974BE3D1-B9EF-264F-9D4A-10FC8D095F5C}" dt="2021-10-14T16:47:32.928" v="789" actId="1076"/>
          <ac:spMkLst>
            <pc:docMk/>
            <pc:sldMk cId="316399395" sldId="292"/>
            <ac:spMk id="2" creationId="{00000000-0000-0000-0000-000000000000}"/>
          </ac:spMkLst>
        </pc:spChg>
        <pc:spChg chg="mod">
          <ac:chgData name="Wang Sining" userId="704a977d29132bd8" providerId="LiveId" clId="{974BE3D1-B9EF-264F-9D4A-10FC8D095F5C}" dt="2021-10-14T16:46:24.285" v="754" actId="14100"/>
          <ac:spMkLst>
            <pc:docMk/>
            <pc:sldMk cId="316399395" sldId="292"/>
            <ac:spMk id="3" creationId="{00000000-0000-0000-0000-000000000000}"/>
          </ac:spMkLst>
        </pc:spChg>
      </pc:sldChg>
      <pc:sldChg chg="modSp add mod">
        <pc:chgData name="Wang Sining" userId="704a977d29132bd8" providerId="LiveId" clId="{974BE3D1-B9EF-264F-9D4A-10FC8D095F5C}" dt="2021-10-14T16:52:36.174" v="915" actId="1076"/>
        <pc:sldMkLst>
          <pc:docMk/>
          <pc:sldMk cId="1482667385" sldId="293"/>
        </pc:sldMkLst>
        <pc:spChg chg="mod">
          <ac:chgData name="Wang Sining" userId="704a977d29132bd8" providerId="LiveId" clId="{974BE3D1-B9EF-264F-9D4A-10FC8D095F5C}" dt="2021-10-14T16:52:36.174" v="915" actId="1076"/>
          <ac:spMkLst>
            <pc:docMk/>
            <pc:sldMk cId="1482667385" sldId="293"/>
            <ac:spMk id="2" creationId="{00000000-0000-0000-0000-000000000000}"/>
          </ac:spMkLst>
        </pc:spChg>
      </pc:sldChg>
      <pc:sldChg chg="modSp add mod">
        <pc:chgData name="Wang Sining" userId="704a977d29132bd8" providerId="LiveId" clId="{974BE3D1-B9EF-264F-9D4A-10FC8D095F5C}" dt="2021-10-14T16:55:00.649" v="923" actId="20577"/>
        <pc:sldMkLst>
          <pc:docMk/>
          <pc:sldMk cId="2303306858" sldId="294"/>
        </pc:sldMkLst>
        <pc:spChg chg="mod">
          <ac:chgData name="Wang Sining" userId="704a977d29132bd8" providerId="LiveId" clId="{974BE3D1-B9EF-264F-9D4A-10FC8D095F5C}" dt="2021-10-14T16:55:00.649" v="923" actId="20577"/>
          <ac:spMkLst>
            <pc:docMk/>
            <pc:sldMk cId="2303306858" sldId="294"/>
            <ac:spMk id="2" creationId="{00000000-0000-0000-0000-000000000000}"/>
          </ac:spMkLst>
        </pc:spChg>
      </pc:sldChg>
      <pc:sldChg chg="modSp add mod setBg">
        <pc:chgData name="Wang Sining" userId="704a977d29132bd8" providerId="LiveId" clId="{974BE3D1-B9EF-264F-9D4A-10FC8D095F5C}" dt="2021-10-14T16:51:55.873" v="909" actId="20577"/>
        <pc:sldMkLst>
          <pc:docMk/>
          <pc:sldMk cId="1722457895" sldId="295"/>
        </pc:sldMkLst>
        <pc:spChg chg="mod">
          <ac:chgData name="Wang Sining" userId="704a977d29132bd8" providerId="LiveId" clId="{974BE3D1-B9EF-264F-9D4A-10FC8D095F5C}" dt="2021-10-14T16:51:55.873" v="909" actId="20577"/>
          <ac:spMkLst>
            <pc:docMk/>
            <pc:sldMk cId="1722457895" sldId="295"/>
            <ac:spMk id="2" creationId="{00000000-0000-0000-0000-000000000000}"/>
          </ac:spMkLst>
        </pc:spChg>
        <pc:spChg chg="mod">
          <ac:chgData name="Wang Sining" userId="704a977d29132bd8" providerId="LiveId" clId="{974BE3D1-B9EF-264F-9D4A-10FC8D095F5C}" dt="2021-10-14T16:49:23.534" v="845" actId="20577"/>
          <ac:spMkLst>
            <pc:docMk/>
            <pc:sldMk cId="1722457895" sldId="295"/>
            <ac:spMk id="3" creationId="{00000000-0000-0000-0000-000000000000}"/>
          </ac:spMkLst>
        </pc:spChg>
        <pc:spChg chg="mod">
          <ac:chgData name="Wang Sining" userId="704a977d29132bd8" providerId="LiveId" clId="{974BE3D1-B9EF-264F-9D4A-10FC8D095F5C}" dt="2021-10-14T16:50:04.492" v="847"/>
          <ac:spMkLst>
            <pc:docMk/>
            <pc:sldMk cId="1722457895" sldId="295"/>
            <ac:spMk id="4" creationId="{00000000-0000-0000-0000-000000000000}"/>
          </ac:spMkLst>
        </pc:spChg>
      </pc:sldChg>
      <pc:sldChg chg="addSp modSp add mod ord modNotes">
        <pc:chgData name="Wang Sining" userId="704a977d29132bd8" providerId="LiveId" clId="{974BE3D1-B9EF-264F-9D4A-10FC8D095F5C}" dt="2021-10-14T17:54:19.538" v="980"/>
        <pc:sldMkLst>
          <pc:docMk/>
          <pc:sldMk cId="3508636966" sldId="296"/>
        </pc:sldMkLst>
        <pc:picChg chg="add mod">
          <ac:chgData name="Wang Sining" userId="704a977d29132bd8" providerId="LiveId" clId="{974BE3D1-B9EF-264F-9D4A-10FC8D095F5C}" dt="2021-10-14T17:54:19.438" v="978"/>
          <ac:picMkLst>
            <pc:docMk/>
            <pc:sldMk cId="3508636966" sldId="296"/>
            <ac:picMk id="5" creationId="{B983462D-EB24-B342-81B9-34FE90841825}"/>
          </ac:picMkLst>
        </pc:picChg>
      </pc:sldChg>
      <pc:sldChg chg="addSp delSp modSp new del mod">
        <pc:chgData name="Wang Sining" userId="704a977d29132bd8" providerId="LiveId" clId="{974BE3D1-B9EF-264F-9D4A-10FC8D095F5C}" dt="2021-10-21T15:51:43.731" v="991" actId="2696"/>
        <pc:sldMkLst>
          <pc:docMk/>
          <pc:sldMk cId="3544808441" sldId="297"/>
        </pc:sldMkLst>
        <pc:spChg chg="del">
          <ac:chgData name="Wang Sining" userId="704a977d29132bd8" providerId="LiveId" clId="{974BE3D1-B9EF-264F-9D4A-10FC8D095F5C}" dt="2021-10-21T15:45:36.921" v="983" actId="478"/>
          <ac:spMkLst>
            <pc:docMk/>
            <pc:sldMk cId="3544808441" sldId="297"/>
            <ac:spMk id="2" creationId="{927DF6A4-ED91-2241-8F80-7D42E206399F}"/>
          </ac:spMkLst>
        </pc:spChg>
        <pc:spChg chg="del">
          <ac:chgData name="Wang Sining" userId="704a977d29132bd8" providerId="LiveId" clId="{974BE3D1-B9EF-264F-9D4A-10FC8D095F5C}" dt="2021-10-21T15:45:34.706" v="982" actId="478"/>
          <ac:spMkLst>
            <pc:docMk/>
            <pc:sldMk cId="3544808441" sldId="297"/>
            <ac:spMk id="3" creationId="{BE438187-37C2-EC47-ADF4-6091C033F964}"/>
          </ac:spMkLst>
        </pc:spChg>
        <pc:spChg chg="add del mod">
          <ac:chgData name="Wang Sining" userId="704a977d29132bd8" providerId="LiveId" clId="{974BE3D1-B9EF-264F-9D4A-10FC8D095F5C}" dt="2021-10-21T15:51:20.100" v="986"/>
          <ac:spMkLst>
            <pc:docMk/>
            <pc:sldMk cId="3544808441" sldId="297"/>
            <ac:spMk id="4" creationId="{953AD2F2-CC34-9844-AEDC-A7839223D1A2}"/>
          </ac:spMkLst>
        </pc:spChg>
      </pc:sldChg>
      <pc:sldChg chg="addSp delSp modSp add mod ord">
        <pc:chgData name="Wang Sining" userId="704a977d29132bd8" providerId="LiveId" clId="{974BE3D1-B9EF-264F-9D4A-10FC8D095F5C}" dt="2021-10-21T18:30:25.787" v="1590" actId="20578"/>
        <pc:sldMkLst>
          <pc:docMk/>
          <pc:sldMk cId="3337331392" sldId="298"/>
        </pc:sldMkLst>
        <pc:spChg chg="del">
          <ac:chgData name="Wang Sining" userId="704a977d29132bd8" providerId="LiveId" clId="{974BE3D1-B9EF-264F-9D4A-10FC8D095F5C}" dt="2021-10-21T15:51:47.362" v="992" actId="478"/>
          <ac:spMkLst>
            <pc:docMk/>
            <pc:sldMk cId="3337331392" sldId="298"/>
            <ac:spMk id="2" creationId="{00000000-0000-0000-0000-000000000000}"/>
          </ac:spMkLst>
        </pc:spChg>
        <pc:spChg chg="add mod">
          <ac:chgData name="Wang Sining" userId="704a977d29132bd8" providerId="LiveId" clId="{974BE3D1-B9EF-264F-9D4A-10FC8D095F5C}" dt="2021-10-21T16:01:55.185" v="1482" actId="1076"/>
          <ac:spMkLst>
            <pc:docMk/>
            <pc:sldMk cId="3337331392" sldId="298"/>
            <ac:spMk id="5" creationId="{422EE223-E866-FB45-9584-BEC721D1E6AB}"/>
          </ac:spMkLst>
        </pc:spChg>
        <pc:spChg chg="add mod">
          <ac:chgData name="Wang Sining" userId="704a977d29132bd8" providerId="LiveId" clId="{974BE3D1-B9EF-264F-9D4A-10FC8D095F5C}" dt="2021-10-21T16:02:05.321" v="1485" actId="14100"/>
          <ac:spMkLst>
            <pc:docMk/>
            <pc:sldMk cId="3337331392" sldId="298"/>
            <ac:spMk id="6" creationId="{E28A2FCA-6D69-7848-A2EA-A9F99DEE85B3}"/>
          </ac:spMkLst>
        </pc:spChg>
        <pc:spChg chg="add mod">
          <ac:chgData name="Wang Sining" userId="704a977d29132bd8" providerId="LiveId" clId="{974BE3D1-B9EF-264F-9D4A-10FC8D095F5C}" dt="2021-10-21T16:00:19.865" v="1453" actId="207"/>
          <ac:spMkLst>
            <pc:docMk/>
            <pc:sldMk cId="3337331392" sldId="298"/>
            <ac:spMk id="7" creationId="{AEAB96E7-4640-5342-A372-8668B8845F89}"/>
          </ac:spMkLst>
        </pc:spChg>
        <pc:spChg chg="add mod">
          <ac:chgData name="Wang Sining" userId="704a977d29132bd8" providerId="LiveId" clId="{974BE3D1-B9EF-264F-9D4A-10FC8D095F5C}" dt="2021-10-21T15:59:50.883" v="1311" actId="207"/>
          <ac:spMkLst>
            <pc:docMk/>
            <pc:sldMk cId="3337331392" sldId="298"/>
            <ac:spMk id="8" creationId="{D56E6F38-7BA8-D64C-8A4A-574CAFF4411C}"/>
          </ac:spMkLst>
        </pc:spChg>
        <pc:spChg chg="add del">
          <ac:chgData name="Wang Sining" userId="704a977d29132bd8" providerId="LiveId" clId="{974BE3D1-B9EF-264F-9D4A-10FC8D095F5C}" dt="2021-10-21T15:54:00.029" v="1059" actId="22"/>
          <ac:spMkLst>
            <pc:docMk/>
            <pc:sldMk cId="3337331392" sldId="298"/>
            <ac:spMk id="12" creationId="{6F9983C0-1AF7-0C45-A77D-F551574B9F50}"/>
          </ac:spMkLst>
        </pc:spChg>
        <pc:spChg chg="add mod">
          <ac:chgData name="Wang Sining" userId="704a977d29132bd8" providerId="LiveId" clId="{974BE3D1-B9EF-264F-9D4A-10FC8D095F5C}" dt="2021-10-21T15:55:30.759" v="1121" actId="1076"/>
          <ac:spMkLst>
            <pc:docMk/>
            <pc:sldMk cId="3337331392" sldId="298"/>
            <ac:spMk id="17" creationId="{89B7A1A6-ABEB-F54D-B021-D9E34954EF5D}"/>
          </ac:spMkLst>
        </pc:spChg>
        <pc:spChg chg="add mod">
          <ac:chgData name="Wang Sining" userId="704a977d29132bd8" providerId="LiveId" clId="{974BE3D1-B9EF-264F-9D4A-10FC8D095F5C}" dt="2021-10-21T15:57:34.459" v="1182" actId="1076"/>
          <ac:spMkLst>
            <pc:docMk/>
            <pc:sldMk cId="3337331392" sldId="298"/>
            <ac:spMk id="18" creationId="{28DD1FCF-6068-C741-8B38-C5708CF1C220}"/>
          </ac:spMkLst>
        </pc:spChg>
        <pc:spChg chg="add mod">
          <ac:chgData name="Wang Sining" userId="704a977d29132bd8" providerId="LiveId" clId="{974BE3D1-B9EF-264F-9D4A-10FC8D095F5C}" dt="2021-10-21T15:57:37.423" v="1183" actId="1076"/>
          <ac:spMkLst>
            <pc:docMk/>
            <pc:sldMk cId="3337331392" sldId="298"/>
            <ac:spMk id="19" creationId="{759EC707-E7D6-A047-A312-3EF8F1D099BD}"/>
          </ac:spMkLst>
        </pc:spChg>
        <pc:spChg chg="add mod">
          <ac:chgData name="Wang Sining" userId="704a977d29132bd8" providerId="LiveId" clId="{974BE3D1-B9EF-264F-9D4A-10FC8D095F5C}" dt="2021-10-21T15:57:23.414" v="1178" actId="1076"/>
          <ac:spMkLst>
            <pc:docMk/>
            <pc:sldMk cId="3337331392" sldId="298"/>
            <ac:spMk id="20" creationId="{2D59176A-CA05-8C43-9794-F3736D432D2C}"/>
          </ac:spMkLst>
        </pc:spChg>
        <pc:spChg chg="add mod">
          <ac:chgData name="Wang Sining" userId="704a977d29132bd8" providerId="LiveId" clId="{974BE3D1-B9EF-264F-9D4A-10FC8D095F5C}" dt="2021-10-21T15:58:19.699" v="1192" actId="1076"/>
          <ac:spMkLst>
            <pc:docMk/>
            <pc:sldMk cId="3337331392" sldId="298"/>
            <ac:spMk id="21" creationId="{00298976-BC3A-734B-A6D9-D563122B5DC3}"/>
          </ac:spMkLst>
        </pc:spChg>
        <pc:spChg chg="add mod">
          <ac:chgData name="Wang Sining" userId="704a977d29132bd8" providerId="LiveId" clId="{974BE3D1-B9EF-264F-9D4A-10FC8D095F5C}" dt="2021-10-21T15:58:49.769" v="1196" actId="1076"/>
          <ac:spMkLst>
            <pc:docMk/>
            <pc:sldMk cId="3337331392" sldId="298"/>
            <ac:spMk id="22" creationId="{8B9E6750-B045-BC4A-98D2-B5E44BB778D1}"/>
          </ac:spMkLst>
        </pc:spChg>
        <pc:spChg chg="add mod">
          <ac:chgData name="Wang Sining" userId="704a977d29132bd8" providerId="LiveId" clId="{974BE3D1-B9EF-264F-9D4A-10FC8D095F5C}" dt="2021-10-21T16:00:38.535" v="1466" actId="20577"/>
          <ac:spMkLst>
            <pc:docMk/>
            <pc:sldMk cId="3337331392" sldId="298"/>
            <ac:spMk id="30" creationId="{EAB9AB70-9E26-BF4E-802E-F6D9CE607C1C}"/>
          </ac:spMkLst>
        </pc:spChg>
        <pc:spChg chg="add mod">
          <ac:chgData name="Wang Sining" userId="704a977d29132bd8" providerId="LiveId" clId="{974BE3D1-B9EF-264F-9D4A-10FC8D095F5C}" dt="2021-10-21T16:00:49.995" v="1474" actId="20577"/>
          <ac:spMkLst>
            <pc:docMk/>
            <pc:sldMk cId="3337331392" sldId="298"/>
            <ac:spMk id="31" creationId="{60404345-32AC-EA44-A505-EE978B932024}"/>
          </ac:spMkLst>
        </pc:spChg>
        <pc:cxnChg chg="add mod">
          <ac:chgData name="Wang Sining" userId="704a977d29132bd8" providerId="LiveId" clId="{974BE3D1-B9EF-264F-9D4A-10FC8D095F5C}" dt="2021-10-21T15:54:17.341" v="1066" actId="14100"/>
          <ac:cxnSpMkLst>
            <pc:docMk/>
            <pc:sldMk cId="3337331392" sldId="298"/>
            <ac:cxnSpMk id="10" creationId="{C5F6B860-A296-B240-AC7D-3890AF1F40C4}"/>
          </ac:cxnSpMkLst>
        </pc:cxnChg>
        <pc:cxnChg chg="add mod">
          <ac:chgData name="Wang Sining" userId="704a977d29132bd8" providerId="LiveId" clId="{974BE3D1-B9EF-264F-9D4A-10FC8D095F5C}" dt="2021-10-21T15:57:46.607" v="1186" actId="1076"/>
          <ac:cxnSpMkLst>
            <pc:docMk/>
            <pc:sldMk cId="3337331392" sldId="298"/>
            <ac:cxnSpMk id="13" creationId="{6C1541D4-0D03-214D-95A6-967899B86245}"/>
          </ac:cxnSpMkLst>
        </pc:cxnChg>
        <pc:cxnChg chg="add mod">
          <ac:chgData name="Wang Sining" userId="704a977d29132bd8" providerId="LiveId" clId="{974BE3D1-B9EF-264F-9D4A-10FC8D095F5C}" dt="2021-10-21T15:58:30.832" v="1194" actId="692"/>
          <ac:cxnSpMkLst>
            <pc:docMk/>
            <pc:sldMk cId="3337331392" sldId="298"/>
            <ac:cxnSpMk id="24" creationId="{96B6356D-1D9D-414C-B4F8-269768A2FB62}"/>
          </ac:cxnSpMkLst>
        </pc:cxnChg>
        <pc:cxnChg chg="add mod">
          <ac:chgData name="Wang Sining" userId="704a977d29132bd8" providerId="LiveId" clId="{974BE3D1-B9EF-264F-9D4A-10FC8D095F5C}" dt="2021-10-21T15:58:54.104" v="1198" actId="692"/>
          <ac:cxnSpMkLst>
            <pc:docMk/>
            <pc:sldMk cId="3337331392" sldId="298"/>
            <ac:cxnSpMk id="27" creationId="{ED9E6AD3-BAE9-F343-9B5E-A6908AEAB84D}"/>
          </ac:cxnSpMkLst>
        </pc:cxnChg>
      </pc:sldChg>
      <pc:sldChg chg="modSp add del mod setBg">
        <pc:chgData name="Wang Sining" userId="704a977d29132bd8" providerId="LiveId" clId="{974BE3D1-B9EF-264F-9D4A-10FC8D095F5C}" dt="2021-10-21T16:03:05.452" v="1588" actId="2696"/>
        <pc:sldMkLst>
          <pc:docMk/>
          <pc:sldMk cId="3763980819" sldId="299"/>
        </pc:sldMkLst>
        <pc:spChg chg="mod">
          <ac:chgData name="Wang Sining" userId="704a977d29132bd8" providerId="LiveId" clId="{974BE3D1-B9EF-264F-9D4A-10FC8D095F5C}" dt="2021-10-21T16:02:37.968" v="1528" actId="20577"/>
          <ac:spMkLst>
            <pc:docMk/>
            <pc:sldMk cId="3763980819" sldId="299"/>
            <ac:spMk id="17" creationId="{89B7A1A6-ABEB-F54D-B021-D9E34954EF5D}"/>
          </ac:spMkLst>
        </pc:spChg>
        <pc:spChg chg="mod">
          <ac:chgData name="Wang Sining" userId="704a977d29132bd8" providerId="LiveId" clId="{974BE3D1-B9EF-264F-9D4A-10FC8D095F5C}" dt="2021-10-21T16:03:04.061" v="1587" actId="20577"/>
          <ac:spMkLst>
            <pc:docMk/>
            <pc:sldMk cId="3763980819" sldId="299"/>
            <ac:spMk id="18" creationId="{28DD1FCF-6068-C741-8B38-C5708CF1C220}"/>
          </ac:spMkLst>
        </pc:spChg>
      </pc:sldChg>
      <pc:sldMasterChg chg="addSp delSp modSp mod modSldLayout">
        <pc:chgData name="Wang Sining" userId="704a977d29132bd8" providerId="LiveId" clId="{974BE3D1-B9EF-264F-9D4A-10FC8D095F5C}" dt="2021-10-25T23:49:58.453" v="1594"/>
        <pc:sldMasterMkLst>
          <pc:docMk/>
          <pc:sldMasterMk cId="0" sldId="2147483648"/>
        </pc:sldMasterMkLst>
        <pc:spChg chg="del">
          <ac:chgData name="Wang Sining" userId="704a977d29132bd8" providerId="LiveId" clId="{974BE3D1-B9EF-264F-9D4A-10FC8D095F5C}" dt="2021-10-25T23:49:37.412" v="1591" actId="478"/>
          <ac:spMkLst>
            <pc:docMk/>
            <pc:sldMasterMk cId="0" sldId="2147483648"/>
            <ac:spMk id="2" creationId="{00000000-0000-0000-0000-000000000000}"/>
          </ac:spMkLst>
        </pc:spChg>
        <pc:spChg chg="add del mod">
          <ac:chgData name="Wang Sining" userId="704a977d29132bd8" providerId="LiveId" clId="{974BE3D1-B9EF-264F-9D4A-10FC8D095F5C}" dt="2021-10-25T23:49:58.453" v="1594"/>
          <ac:spMkLst>
            <pc:docMk/>
            <pc:sldMasterMk cId="0" sldId="2147483648"/>
            <ac:spMk id="7" creationId="{3CE550A0-23F3-C049-AF14-DC56D8976DAA}"/>
          </ac:spMkLst>
        </pc:spChg>
        <pc:spChg chg="del mod">
          <ac:chgData name="Wang Sining" userId="704a977d29132bd8" providerId="LiveId" clId="{974BE3D1-B9EF-264F-9D4A-10FC8D095F5C}" dt="2021-10-12T15:16:49.718" v="66" actId="478"/>
          <ac:spMkLst>
            <pc:docMk/>
            <pc:sldMasterMk cId="0" sldId="2147483648"/>
            <ac:spMk id="17" creationId="{00000000-0000-0000-0000-000000000000}"/>
          </ac:spMkLst>
        </pc:spChg>
        <pc:picChg chg="mod">
          <ac:chgData name="Wang Sining" userId="704a977d29132bd8" providerId="LiveId" clId="{974BE3D1-B9EF-264F-9D4A-10FC8D095F5C}" dt="2021-10-12T15:16:56.192" v="67" actId="1076"/>
          <ac:picMkLst>
            <pc:docMk/>
            <pc:sldMasterMk cId="0" sldId="2147483648"/>
            <ac:picMk id="16" creationId="{00000000-0000-0000-0000-000000000000}"/>
          </ac:picMkLst>
        </pc:picChg>
        <pc:sldLayoutChg chg="addSp delSp modSp mod">
          <pc:chgData name="Wang Sining" userId="704a977d29132bd8" providerId="LiveId" clId="{974BE3D1-B9EF-264F-9D4A-10FC8D095F5C}" dt="2021-10-25T23:49:40.753" v="1592" actId="478"/>
          <pc:sldLayoutMkLst>
            <pc:docMk/>
            <pc:sldMasterMk cId="0" sldId="2147483648"/>
            <pc:sldLayoutMk cId="0" sldId="2147483662"/>
          </pc:sldLayoutMkLst>
          <pc:spChg chg="del">
            <ac:chgData name="Wang Sining" userId="704a977d29132bd8" providerId="LiveId" clId="{974BE3D1-B9EF-264F-9D4A-10FC8D095F5C}" dt="2021-10-25T23:49:40.753" v="1592" actId="478"/>
            <ac:spMkLst>
              <pc:docMk/>
              <pc:sldMasterMk cId="0" sldId="2147483648"/>
              <pc:sldLayoutMk cId="0" sldId="2147483662"/>
              <ac:spMk id="2" creationId="{00000000-0000-0000-0000-000000000000}"/>
            </ac:spMkLst>
          </pc:spChg>
          <pc:spChg chg="add del mod">
            <ac:chgData name="Wang Sining" userId="704a977d29132bd8" providerId="LiveId" clId="{974BE3D1-B9EF-264F-9D4A-10FC8D095F5C}" dt="2021-10-12T15:16:31.733" v="54"/>
            <ac:spMkLst>
              <pc:docMk/>
              <pc:sldMasterMk cId="0" sldId="2147483648"/>
              <pc:sldLayoutMk cId="0" sldId="2147483662"/>
              <ac:spMk id="7" creationId="{1494F581-7016-1E4F-B2A7-5AFADAAF7559}"/>
            </ac:spMkLst>
          </pc:spChg>
          <pc:spChg chg="add del mod">
            <ac:chgData name="Wang Sining" userId="704a977d29132bd8" providerId="LiveId" clId="{974BE3D1-B9EF-264F-9D4A-10FC8D095F5C}" dt="2021-10-12T15:16:37.563" v="58"/>
            <ac:spMkLst>
              <pc:docMk/>
              <pc:sldMasterMk cId="0" sldId="2147483648"/>
              <pc:sldLayoutMk cId="0" sldId="2147483662"/>
              <ac:spMk id="8" creationId="{8AD17355-035A-8247-BF77-C9CDBDD6E8C8}"/>
            </ac:spMkLst>
          </pc:spChg>
          <pc:spChg chg="add del mod">
            <ac:chgData name="Wang Sining" userId="704a977d29132bd8" providerId="LiveId" clId="{974BE3D1-B9EF-264F-9D4A-10FC8D095F5C}" dt="2021-10-12T15:16:39.081" v="60"/>
            <ac:spMkLst>
              <pc:docMk/>
              <pc:sldMasterMk cId="0" sldId="2147483648"/>
              <pc:sldLayoutMk cId="0" sldId="2147483662"/>
              <ac:spMk id="9" creationId="{8F7F4B5A-3F8B-A84D-9ED1-41CB944DEDC5}"/>
            </ac:spMkLst>
          </pc:spChg>
        </pc:sldLayoutChg>
        <pc:sldLayoutChg chg="addSp delSp modSp mod">
          <pc:chgData name="Wang Sining" userId="704a977d29132bd8" providerId="LiveId" clId="{974BE3D1-B9EF-264F-9D4A-10FC8D095F5C}" dt="2021-10-12T15:16:45.235" v="63"/>
          <pc:sldLayoutMkLst>
            <pc:docMk/>
            <pc:sldMasterMk cId="0" sldId="2147483648"/>
            <pc:sldLayoutMk cId="0" sldId="2147483664"/>
          </pc:sldLayoutMkLst>
          <pc:spChg chg="add del mod">
            <ac:chgData name="Wang Sining" userId="704a977d29132bd8" providerId="LiveId" clId="{974BE3D1-B9EF-264F-9D4A-10FC8D095F5C}" dt="2021-10-12T15:16:45.235" v="63"/>
            <ac:spMkLst>
              <pc:docMk/>
              <pc:sldMasterMk cId="0" sldId="2147483648"/>
              <pc:sldLayoutMk cId="0" sldId="2147483664"/>
              <ac:spMk id="6" creationId="{B79F9931-2F65-A74D-9E45-A10A3EDA9E11}"/>
            </ac:spMkLst>
          </pc:spChg>
        </pc:sldLayoutChg>
      </pc:sldMasterChg>
    </pc:docChg>
  </pc:docChgLst>
  <pc:docChgLst>
    <pc:chgData name="Wang Sining" userId="704a977d29132bd8" providerId="LiveId" clId="{6BEA0489-E78F-184B-8663-89E52C2278B0}"/>
    <pc:docChg chg="undo custSel addSld delSld modSld sldOrd">
      <pc:chgData name="Wang Sining" userId="704a977d29132bd8" providerId="LiveId" clId="{6BEA0489-E78F-184B-8663-89E52C2278B0}" dt="2021-11-18T16:41:30.829" v="1038" actId="1076"/>
      <pc:docMkLst>
        <pc:docMk/>
      </pc:docMkLst>
      <pc:sldChg chg="modSp mod">
        <pc:chgData name="Wang Sining" userId="704a977d29132bd8" providerId="LiveId" clId="{6BEA0489-E78F-184B-8663-89E52C2278B0}" dt="2021-11-18T16:41:30.829" v="1038" actId="1076"/>
        <pc:sldMkLst>
          <pc:docMk/>
          <pc:sldMk cId="0" sldId="256"/>
        </pc:sldMkLst>
        <pc:spChg chg="mod">
          <ac:chgData name="Wang Sining" userId="704a977d29132bd8" providerId="LiveId" clId="{6BEA0489-E78F-184B-8663-89E52C2278B0}" dt="2021-11-07T21:10:30.219" v="118" actId="20577"/>
          <ac:spMkLst>
            <pc:docMk/>
            <pc:sldMk cId="0" sldId="256"/>
            <ac:spMk id="13" creationId="{00000000-0000-0000-0000-000000000000}"/>
          </ac:spMkLst>
        </pc:spChg>
        <pc:grpChg chg="mod">
          <ac:chgData name="Wang Sining" userId="704a977d29132bd8" providerId="LiveId" clId="{6BEA0489-E78F-184B-8663-89E52C2278B0}" dt="2021-11-18T16:41:30.829" v="1038" actId="1076"/>
          <ac:grpSpMkLst>
            <pc:docMk/>
            <pc:sldMk cId="0" sldId="256"/>
            <ac:grpSpMk id="14" creationId="{DB3D302B-A69E-5249-89D7-76A82413BEA0}"/>
          </ac:grpSpMkLst>
        </pc:grpChg>
      </pc:sldChg>
      <pc:sldChg chg="modSp mod ord">
        <pc:chgData name="Wang Sining" userId="704a977d29132bd8" providerId="LiveId" clId="{6BEA0489-E78F-184B-8663-89E52C2278B0}" dt="2021-11-09T17:35:31.950" v="802" actId="20577"/>
        <pc:sldMkLst>
          <pc:docMk/>
          <pc:sldMk cId="3954070258" sldId="257"/>
        </pc:sldMkLst>
        <pc:spChg chg="mod">
          <ac:chgData name="Wang Sining" userId="704a977d29132bd8" providerId="LiveId" clId="{6BEA0489-E78F-184B-8663-89E52C2278B0}" dt="2021-11-09T17:35:31.950" v="802" actId="20577"/>
          <ac:spMkLst>
            <pc:docMk/>
            <pc:sldMk cId="3954070258" sldId="257"/>
            <ac:spMk id="2" creationId="{FB0CB54B-A6C9-0C46-83D2-AF3A466ADE63}"/>
          </ac:spMkLst>
        </pc:spChg>
        <pc:spChg chg="mod">
          <ac:chgData name="Wang Sining" userId="704a977d29132bd8" providerId="LiveId" clId="{6BEA0489-E78F-184B-8663-89E52C2278B0}" dt="2021-11-07T20:59:39.901" v="110" actId="20577"/>
          <ac:spMkLst>
            <pc:docMk/>
            <pc:sldMk cId="3954070258" sldId="257"/>
            <ac:spMk id="3" creationId="{EC863833-DB9D-9649-9915-D8A89F095987}"/>
          </ac:spMkLst>
        </pc:spChg>
      </pc:sldChg>
      <pc:sldChg chg="del">
        <pc:chgData name="Wang Sining" userId="704a977d29132bd8" providerId="LiveId" clId="{6BEA0489-E78F-184B-8663-89E52C2278B0}" dt="2021-11-07T21:12:00.506" v="134" actId="2696"/>
        <pc:sldMkLst>
          <pc:docMk/>
          <pc:sldMk cId="2193060857" sldId="258"/>
        </pc:sldMkLst>
      </pc:sldChg>
      <pc:sldChg chg="del">
        <pc:chgData name="Wang Sining" userId="704a977d29132bd8" providerId="LiveId" clId="{6BEA0489-E78F-184B-8663-89E52C2278B0}" dt="2021-11-07T21:12:00.902" v="136" actId="2696"/>
        <pc:sldMkLst>
          <pc:docMk/>
          <pc:sldMk cId="3385177441" sldId="259"/>
        </pc:sldMkLst>
      </pc:sldChg>
      <pc:sldChg chg="del">
        <pc:chgData name="Wang Sining" userId="704a977d29132bd8" providerId="LiveId" clId="{6BEA0489-E78F-184B-8663-89E52C2278B0}" dt="2021-11-07T21:12:01.194" v="138" actId="2696"/>
        <pc:sldMkLst>
          <pc:docMk/>
          <pc:sldMk cId="2848264717" sldId="260"/>
        </pc:sldMkLst>
      </pc:sldChg>
      <pc:sldChg chg="del">
        <pc:chgData name="Wang Sining" userId="704a977d29132bd8" providerId="LiveId" clId="{6BEA0489-E78F-184B-8663-89E52C2278B0}" dt="2021-11-07T21:12:01.057" v="137" actId="2696"/>
        <pc:sldMkLst>
          <pc:docMk/>
          <pc:sldMk cId="735277291" sldId="261"/>
        </pc:sldMkLst>
      </pc:sldChg>
      <pc:sldChg chg="del">
        <pc:chgData name="Wang Sining" userId="704a977d29132bd8" providerId="LiveId" clId="{6BEA0489-E78F-184B-8663-89E52C2278B0}" dt="2021-11-07T21:12:01.378" v="139" actId="2696"/>
        <pc:sldMkLst>
          <pc:docMk/>
          <pc:sldMk cId="1389419733" sldId="262"/>
        </pc:sldMkLst>
      </pc:sldChg>
      <pc:sldChg chg="del">
        <pc:chgData name="Wang Sining" userId="704a977d29132bd8" providerId="LiveId" clId="{6BEA0489-E78F-184B-8663-89E52C2278B0}" dt="2021-11-07T21:12:01.775" v="141" actId="2696"/>
        <pc:sldMkLst>
          <pc:docMk/>
          <pc:sldMk cId="167887661" sldId="263"/>
        </pc:sldMkLst>
      </pc:sldChg>
      <pc:sldChg chg="del">
        <pc:chgData name="Wang Sining" userId="704a977d29132bd8" providerId="LiveId" clId="{6BEA0489-E78F-184B-8663-89E52C2278B0}" dt="2021-11-07T21:12:02.133" v="143" actId="2696"/>
        <pc:sldMkLst>
          <pc:docMk/>
          <pc:sldMk cId="1497435208" sldId="264"/>
        </pc:sldMkLst>
      </pc:sldChg>
      <pc:sldChg chg="del">
        <pc:chgData name="Wang Sining" userId="704a977d29132bd8" providerId="LiveId" clId="{6BEA0489-E78F-184B-8663-89E52C2278B0}" dt="2021-11-07T21:12:01.586" v="140" actId="2696"/>
        <pc:sldMkLst>
          <pc:docMk/>
          <pc:sldMk cId="1805093738" sldId="265"/>
        </pc:sldMkLst>
      </pc:sldChg>
      <pc:sldChg chg="del">
        <pc:chgData name="Wang Sining" userId="704a977d29132bd8" providerId="LiveId" clId="{6BEA0489-E78F-184B-8663-89E52C2278B0}" dt="2021-11-07T21:12:01.917" v="142" actId="2696"/>
        <pc:sldMkLst>
          <pc:docMk/>
          <pc:sldMk cId="2101912901" sldId="266"/>
        </pc:sldMkLst>
      </pc:sldChg>
      <pc:sldChg chg="del">
        <pc:chgData name="Wang Sining" userId="704a977d29132bd8" providerId="LiveId" clId="{6BEA0489-E78F-184B-8663-89E52C2278B0}" dt="2021-11-07T21:12:02.320" v="144" actId="2696"/>
        <pc:sldMkLst>
          <pc:docMk/>
          <pc:sldMk cId="3696042375" sldId="267"/>
        </pc:sldMkLst>
      </pc:sldChg>
      <pc:sldChg chg="del">
        <pc:chgData name="Wang Sining" userId="704a977d29132bd8" providerId="LiveId" clId="{6BEA0489-E78F-184B-8663-89E52C2278B0}" dt="2021-11-07T21:12:02.530" v="145" actId="2696"/>
        <pc:sldMkLst>
          <pc:docMk/>
          <pc:sldMk cId="1190785982" sldId="268"/>
        </pc:sldMkLst>
      </pc:sldChg>
      <pc:sldChg chg="del">
        <pc:chgData name="Wang Sining" userId="704a977d29132bd8" providerId="LiveId" clId="{6BEA0489-E78F-184B-8663-89E52C2278B0}" dt="2021-11-07T21:12:02.696" v="146" actId="2696"/>
        <pc:sldMkLst>
          <pc:docMk/>
          <pc:sldMk cId="2896751622" sldId="269"/>
        </pc:sldMkLst>
      </pc:sldChg>
      <pc:sldChg chg="del">
        <pc:chgData name="Wang Sining" userId="704a977d29132bd8" providerId="LiveId" clId="{6BEA0489-E78F-184B-8663-89E52C2278B0}" dt="2021-11-07T21:12:02.843" v="147" actId="2696"/>
        <pc:sldMkLst>
          <pc:docMk/>
          <pc:sldMk cId="1238077651" sldId="270"/>
        </pc:sldMkLst>
      </pc:sldChg>
      <pc:sldChg chg="del">
        <pc:chgData name="Wang Sining" userId="704a977d29132bd8" providerId="LiveId" clId="{6BEA0489-E78F-184B-8663-89E52C2278B0}" dt="2021-11-07T21:12:03.081" v="148" actId="2696"/>
        <pc:sldMkLst>
          <pc:docMk/>
          <pc:sldMk cId="491632777" sldId="271"/>
        </pc:sldMkLst>
      </pc:sldChg>
      <pc:sldChg chg="del">
        <pc:chgData name="Wang Sining" userId="704a977d29132bd8" providerId="LiveId" clId="{6BEA0489-E78F-184B-8663-89E52C2278B0}" dt="2021-11-07T21:12:03.878" v="152" actId="2696"/>
        <pc:sldMkLst>
          <pc:docMk/>
          <pc:sldMk cId="3016269422" sldId="274"/>
        </pc:sldMkLst>
      </pc:sldChg>
      <pc:sldChg chg="del">
        <pc:chgData name="Wang Sining" userId="704a977d29132bd8" providerId="LiveId" clId="{6BEA0489-E78F-184B-8663-89E52C2278B0}" dt="2021-11-07T21:12:03.671" v="151" actId="2696"/>
        <pc:sldMkLst>
          <pc:docMk/>
          <pc:sldMk cId="827301225" sldId="275"/>
        </pc:sldMkLst>
      </pc:sldChg>
      <pc:sldChg chg="del">
        <pc:chgData name="Wang Sining" userId="704a977d29132bd8" providerId="LiveId" clId="{6BEA0489-E78F-184B-8663-89E52C2278B0}" dt="2021-11-07T21:12:04.027" v="153" actId="2696"/>
        <pc:sldMkLst>
          <pc:docMk/>
          <pc:sldMk cId="4209240549" sldId="277"/>
        </pc:sldMkLst>
      </pc:sldChg>
      <pc:sldChg chg="del">
        <pc:chgData name="Wang Sining" userId="704a977d29132bd8" providerId="LiveId" clId="{6BEA0489-E78F-184B-8663-89E52C2278B0}" dt="2021-11-07T21:12:04.209" v="154" actId="2696"/>
        <pc:sldMkLst>
          <pc:docMk/>
          <pc:sldMk cId="3172941929" sldId="278"/>
        </pc:sldMkLst>
      </pc:sldChg>
      <pc:sldChg chg="del">
        <pc:chgData name="Wang Sining" userId="704a977d29132bd8" providerId="LiveId" clId="{6BEA0489-E78F-184B-8663-89E52C2278B0}" dt="2021-11-07T21:12:05.939" v="160" actId="2696"/>
        <pc:sldMkLst>
          <pc:docMk/>
          <pc:sldMk cId="1459975435" sldId="279"/>
        </pc:sldMkLst>
      </pc:sldChg>
      <pc:sldChg chg="del">
        <pc:chgData name="Wang Sining" userId="704a977d29132bd8" providerId="LiveId" clId="{6BEA0489-E78F-184B-8663-89E52C2278B0}" dt="2021-11-07T21:12:04.415" v="155" actId="2696"/>
        <pc:sldMkLst>
          <pc:docMk/>
          <pc:sldMk cId="3048746979" sldId="280"/>
        </pc:sldMkLst>
      </pc:sldChg>
      <pc:sldChg chg="del">
        <pc:chgData name="Wang Sining" userId="704a977d29132bd8" providerId="LiveId" clId="{6BEA0489-E78F-184B-8663-89E52C2278B0}" dt="2021-11-07T21:12:04.608" v="156" actId="2696"/>
        <pc:sldMkLst>
          <pc:docMk/>
          <pc:sldMk cId="2369853937" sldId="281"/>
        </pc:sldMkLst>
      </pc:sldChg>
      <pc:sldChg chg="del">
        <pc:chgData name="Wang Sining" userId="704a977d29132bd8" providerId="LiveId" clId="{6BEA0489-E78F-184B-8663-89E52C2278B0}" dt="2021-11-07T21:12:04.817" v="157" actId="2696"/>
        <pc:sldMkLst>
          <pc:docMk/>
          <pc:sldMk cId="388307033" sldId="282"/>
        </pc:sldMkLst>
      </pc:sldChg>
      <pc:sldChg chg="del">
        <pc:chgData name="Wang Sining" userId="704a977d29132bd8" providerId="LiveId" clId="{6BEA0489-E78F-184B-8663-89E52C2278B0}" dt="2021-11-07T21:12:05.034" v="158" actId="2696"/>
        <pc:sldMkLst>
          <pc:docMk/>
          <pc:sldMk cId="2047309067" sldId="283"/>
        </pc:sldMkLst>
      </pc:sldChg>
      <pc:sldChg chg="del">
        <pc:chgData name="Wang Sining" userId="704a977d29132bd8" providerId="LiveId" clId="{6BEA0489-E78F-184B-8663-89E52C2278B0}" dt="2021-11-07T21:12:05.725" v="159" actId="2696"/>
        <pc:sldMkLst>
          <pc:docMk/>
          <pc:sldMk cId="1119564543" sldId="284"/>
        </pc:sldMkLst>
      </pc:sldChg>
      <pc:sldChg chg="del">
        <pc:chgData name="Wang Sining" userId="704a977d29132bd8" providerId="LiveId" clId="{6BEA0489-E78F-184B-8663-89E52C2278B0}" dt="2021-11-07T21:12:06.077" v="161" actId="2696"/>
        <pc:sldMkLst>
          <pc:docMk/>
          <pc:sldMk cId="248663146" sldId="285"/>
        </pc:sldMkLst>
      </pc:sldChg>
      <pc:sldChg chg="del">
        <pc:chgData name="Wang Sining" userId="704a977d29132bd8" providerId="LiveId" clId="{6BEA0489-E78F-184B-8663-89E52C2278B0}" dt="2021-11-07T21:12:06.284" v="162" actId="2696"/>
        <pc:sldMkLst>
          <pc:docMk/>
          <pc:sldMk cId="3310287083" sldId="286"/>
        </pc:sldMkLst>
      </pc:sldChg>
      <pc:sldChg chg="del">
        <pc:chgData name="Wang Sining" userId="704a977d29132bd8" providerId="LiveId" clId="{6BEA0489-E78F-184B-8663-89E52C2278B0}" dt="2021-11-07T21:12:06.498" v="163" actId="2696"/>
        <pc:sldMkLst>
          <pc:docMk/>
          <pc:sldMk cId="443148093" sldId="287"/>
        </pc:sldMkLst>
      </pc:sldChg>
      <pc:sldChg chg="del">
        <pc:chgData name="Wang Sining" userId="704a977d29132bd8" providerId="LiveId" clId="{6BEA0489-E78F-184B-8663-89E52C2278B0}" dt="2021-11-07T21:12:00.724" v="135" actId="2696"/>
        <pc:sldMkLst>
          <pc:docMk/>
          <pc:sldMk cId="2065761106" sldId="288"/>
        </pc:sldMkLst>
      </pc:sldChg>
      <pc:sldChg chg="del">
        <pc:chgData name="Wang Sining" userId="704a977d29132bd8" providerId="LiveId" clId="{6BEA0489-E78F-184B-8663-89E52C2278B0}" dt="2021-11-07T21:12:03.318" v="149" actId="2696"/>
        <pc:sldMkLst>
          <pc:docMk/>
          <pc:sldMk cId="2910797431" sldId="289"/>
        </pc:sldMkLst>
      </pc:sldChg>
      <pc:sldChg chg="del">
        <pc:chgData name="Wang Sining" userId="704a977d29132bd8" providerId="LiveId" clId="{6BEA0489-E78F-184B-8663-89E52C2278B0}" dt="2021-11-07T21:12:03.488" v="150" actId="2696"/>
        <pc:sldMkLst>
          <pc:docMk/>
          <pc:sldMk cId="2336013054" sldId="290"/>
        </pc:sldMkLst>
      </pc:sldChg>
      <pc:sldChg chg="addSp delSp modSp mod">
        <pc:chgData name="Wang Sining" userId="704a977d29132bd8" providerId="LiveId" clId="{6BEA0489-E78F-184B-8663-89E52C2278B0}" dt="2021-11-09T16:51:24.723" v="799" actId="1076"/>
        <pc:sldMkLst>
          <pc:docMk/>
          <pc:sldMk cId="3639864126" sldId="291"/>
        </pc:sldMkLst>
        <pc:spChg chg="mod">
          <ac:chgData name="Wang Sining" userId="704a977d29132bd8" providerId="LiveId" clId="{6BEA0489-E78F-184B-8663-89E52C2278B0}" dt="2021-11-07T21:10:47.825" v="119" actId="27107"/>
          <ac:spMkLst>
            <pc:docMk/>
            <pc:sldMk cId="3639864126" sldId="291"/>
            <ac:spMk id="2" creationId="{0DE1AB66-4DF0-CF41-8805-65159B572A70}"/>
          </ac:spMkLst>
        </pc:spChg>
        <pc:spChg chg="mod">
          <ac:chgData name="Wang Sining" userId="704a977d29132bd8" providerId="LiveId" clId="{6BEA0489-E78F-184B-8663-89E52C2278B0}" dt="2021-11-07T20:52:24.910" v="80" actId="20577"/>
          <ac:spMkLst>
            <pc:docMk/>
            <pc:sldMk cId="3639864126" sldId="291"/>
            <ac:spMk id="4" creationId="{0B8B35AD-AB1A-A342-90E9-C57D31A18C6B}"/>
          </ac:spMkLst>
        </pc:spChg>
        <pc:picChg chg="add mod">
          <ac:chgData name="Wang Sining" userId="704a977d29132bd8" providerId="LiveId" clId="{6BEA0489-E78F-184B-8663-89E52C2278B0}" dt="2021-11-08T04:01:43.863" v="745" actId="1076"/>
          <ac:picMkLst>
            <pc:docMk/>
            <pc:sldMk cId="3639864126" sldId="291"/>
            <ac:picMk id="6" creationId="{FD5432A0-B707-844A-A026-A19BBA84C049}"/>
          </ac:picMkLst>
        </pc:picChg>
        <pc:picChg chg="add del mod">
          <ac:chgData name="Wang Sining" userId="704a977d29132bd8" providerId="LiveId" clId="{6BEA0489-E78F-184B-8663-89E52C2278B0}" dt="2021-11-07T20:57:54.632" v="92" actId="478"/>
          <ac:picMkLst>
            <pc:docMk/>
            <pc:sldMk cId="3639864126" sldId="291"/>
            <ac:picMk id="8" creationId="{C28829B4-26A4-7244-A820-C50CFCAE3CBA}"/>
          </ac:picMkLst>
        </pc:picChg>
        <pc:picChg chg="add mod">
          <ac:chgData name="Wang Sining" userId="704a977d29132bd8" providerId="LiveId" clId="{6BEA0489-E78F-184B-8663-89E52C2278B0}" dt="2021-11-09T16:51:24.723" v="799" actId="1076"/>
          <ac:picMkLst>
            <pc:docMk/>
            <pc:sldMk cId="3639864126" sldId="291"/>
            <ac:picMk id="10" creationId="{AD887346-E468-034D-A466-36906DF5F858}"/>
          </ac:picMkLst>
        </pc:picChg>
      </pc:sldChg>
      <pc:sldChg chg="del">
        <pc:chgData name="Wang Sining" userId="704a977d29132bd8" providerId="LiveId" clId="{6BEA0489-E78F-184B-8663-89E52C2278B0}" dt="2021-11-07T20:50:59.005" v="0" actId="2696"/>
        <pc:sldMkLst>
          <pc:docMk/>
          <pc:sldMk cId="2314259362" sldId="292"/>
        </pc:sldMkLst>
      </pc:sldChg>
      <pc:sldChg chg="addSp delSp modSp new mod">
        <pc:chgData name="Wang Sining" userId="704a977d29132bd8" providerId="LiveId" clId="{6BEA0489-E78F-184B-8663-89E52C2278B0}" dt="2021-11-09T17:41:09.898" v="1037" actId="20577"/>
        <pc:sldMkLst>
          <pc:docMk/>
          <pc:sldMk cId="3830302143" sldId="292"/>
        </pc:sldMkLst>
        <pc:spChg chg="mod">
          <ac:chgData name="Wang Sining" userId="704a977d29132bd8" providerId="LiveId" clId="{6BEA0489-E78F-184B-8663-89E52C2278B0}" dt="2021-11-09T17:41:09.898" v="1037" actId="20577"/>
          <ac:spMkLst>
            <pc:docMk/>
            <pc:sldMk cId="3830302143" sldId="292"/>
            <ac:spMk id="2" creationId="{9DFFB152-50DE-AE45-B124-883D24EF3758}"/>
          </ac:spMkLst>
        </pc:spChg>
        <pc:spChg chg="mod">
          <ac:chgData name="Wang Sining" userId="704a977d29132bd8" providerId="LiveId" clId="{6BEA0489-E78F-184B-8663-89E52C2278B0}" dt="2021-11-07T21:14:04.863" v="172" actId="20577"/>
          <ac:spMkLst>
            <pc:docMk/>
            <pc:sldMk cId="3830302143" sldId="292"/>
            <ac:spMk id="4" creationId="{9BFBF0C7-79E1-8E4C-86DE-98AFC2BA98A2}"/>
          </ac:spMkLst>
        </pc:spChg>
        <pc:spChg chg="add del mod">
          <ac:chgData name="Wang Sining" userId="704a977d29132bd8" providerId="LiveId" clId="{6BEA0489-E78F-184B-8663-89E52C2278B0}" dt="2021-11-09T17:40:55.791" v="1027"/>
          <ac:spMkLst>
            <pc:docMk/>
            <pc:sldMk cId="3830302143" sldId="292"/>
            <ac:spMk id="5" creationId="{BB774321-AFAF-524D-868B-CB631C97B71A}"/>
          </ac:spMkLst>
        </pc:spChg>
        <pc:spChg chg="add del mod">
          <ac:chgData name="Wang Sining" userId="704a977d29132bd8" providerId="LiveId" clId="{6BEA0489-E78F-184B-8663-89E52C2278B0}" dt="2021-11-09T17:40:54.807" v="1025"/>
          <ac:spMkLst>
            <pc:docMk/>
            <pc:sldMk cId="3830302143" sldId="292"/>
            <ac:spMk id="6" creationId="{490183FE-6E54-D047-9827-D2D255D50777}"/>
          </ac:spMkLst>
        </pc:spChg>
      </pc:sldChg>
      <pc:sldChg chg="del">
        <pc:chgData name="Wang Sining" userId="704a977d29132bd8" providerId="LiveId" clId="{6BEA0489-E78F-184B-8663-89E52C2278B0}" dt="2021-11-07T20:52:19.397" v="74" actId="2696"/>
        <pc:sldMkLst>
          <pc:docMk/>
          <pc:sldMk cId="652376066" sldId="293"/>
        </pc:sldMkLst>
      </pc:sldChg>
      <pc:sldChg chg="addSp delSp modSp new mod">
        <pc:chgData name="Wang Sining" userId="704a977d29132bd8" providerId="LiveId" clId="{6BEA0489-E78F-184B-8663-89E52C2278B0}" dt="2021-11-08T04:02:01.255" v="746" actId="1076"/>
        <pc:sldMkLst>
          <pc:docMk/>
          <pc:sldMk cId="1179795988" sldId="293"/>
        </pc:sldMkLst>
        <pc:spChg chg="mod">
          <ac:chgData name="Wang Sining" userId="704a977d29132bd8" providerId="LiveId" clId="{6BEA0489-E78F-184B-8663-89E52C2278B0}" dt="2021-11-08T04:02:01.255" v="746" actId="1076"/>
          <ac:spMkLst>
            <pc:docMk/>
            <pc:sldMk cId="1179795988" sldId="293"/>
            <ac:spMk id="2" creationId="{8796D6EA-E898-6547-AE21-CDCC2BBC567F}"/>
          </ac:spMkLst>
        </pc:spChg>
        <pc:spChg chg="mod">
          <ac:chgData name="Wang Sining" userId="704a977d29132bd8" providerId="LiveId" clId="{6BEA0489-E78F-184B-8663-89E52C2278B0}" dt="2021-11-08T04:01:01.496" v="738" actId="20577"/>
          <ac:spMkLst>
            <pc:docMk/>
            <pc:sldMk cId="1179795988" sldId="293"/>
            <ac:spMk id="4" creationId="{ACC6C5E7-CB6B-8E4F-9F16-E6BD8947B68B}"/>
          </ac:spMkLst>
        </pc:spChg>
        <pc:spChg chg="add del mod">
          <ac:chgData name="Wang Sining" userId="704a977d29132bd8" providerId="LiveId" clId="{6BEA0489-E78F-184B-8663-89E52C2278B0}" dt="2021-11-07T21:33:50.739" v="347"/>
          <ac:spMkLst>
            <pc:docMk/>
            <pc:sldMk cId="1179795988" sldId="293"/>
            <ac:spMk id="5" creationId="{8C51749E-AC5F-1B42-A531-6B8262803134}"/>
          </ac:spMkLst>
        </pc:spChg>
      </pc:sldChg>
      <pc:sldChg chg="modSp add mod">
        <pc:chgData name="Wang Sining" userId="704a977d29132bd8" providerId="LiveId" clId="{6BEA0489-E78F-184B-8663-89E52C2278B0}" dt="2021-11-08T04:00:40.294" v="689" actId="20577"/>
        <pc:sldMkLst>
          <pc:docMk/>
          <pc:sldMk cId="2365711961" sldId="294"/>
        </pc:sldMkLst>
        <pc:spChg chg="mod">
          <ac:chgData name="Wang Sining" userId="704a977d29132bd8" providerId="LiveId" clId="{6BEA0489-E78F-184B-8663-89E52C2278B0}" dt="2021-11-08T03:24:12.307" v="634" actId="20577"/>
          <ac:spMkLst>
            <pc:docMk/>
            <pc:sldMk cId="2365711961" sldId="294"/>
            <ac:spMk id="2" creationId="{8796D6EA-E898-6547-AE21-CDCC2BBC567F}"/>
          </ac:spMkLst>
        </pc:spChg>
        <pc:spChg chg="mod">
          <ac:chgData name="Wang Sining" userId="704a977d29132bd8" providerId="LiveId" clId="{6BEA0489-E78F-184B-8663-89E52C2278B0}" dt="2021-11-08T04:00:40.294" v="689" actId="20577"/>
          <ac:spMkLst>
            <pc:docMk/>
            <pc:sldMk cId="2365711961" sldId="294"/>
            <ac:spMk id="4" creationId="{ACC6C5E7-CB6B-8E4F-9F16-E6BD8947B68B}"/>
          </ac:spMkLst>
        </pc:spChg>
      </pc:sldChg>
      <pc:sldChg chg="modSp new mod">
        <pc:chgData name="Wang Sining" userId="704a977d29132bd8" providerId="LiveId" clId="{6BEA0489-E78F-184B-8663-89E52C2278B0}" dt="2021-11-08T03:40:43.151" v="670" actId="2710"/>
        <pc:sldMkLst>
          <pc:docMk/>
          <pc:sldMk cId="2205150526" sldId="295"/>
        </pc:sldMkLst>
        <pc:spChg chg="mod">
          <ac:chgData name="Wang Sining" userId="704a977d29132bd8" providerId="LiveId" clId="{6BEA0489-E78F-184B-8663-89E52C2278B0}" dt="2021-11-08T03:40:43.151" v="670" actId="2710"/>
          <ac:spMkLst>
            <pc:docMk/>
            <pc:sldMk cId="2205150526" sldId="295"/>
            <ac:spMk id="2" creationId="{BA96CBD3-BDD8-4843-A5A0-0F3D3F8DD4A4}"/>
          </ac:spMkLst>
        </pc:spChg>
        <pc:spChg chg="mod">
          <ac:chgData name="Wang Sining" userId="704a977d29132bd8" providerId="LiveId" clId="{6BEA0489-E78F-184B-8663-89E52C2278B0}" dt="2021-11-08T03:27:53.318" v="651" actId="20577"/>
          <ac:spMkLst>
            <pc:docMk/>
            <pc:sldMk cId="2205150526" sldId="295"/>
            <ac:spMk id="4" creationId="{53F66021-5E49-8845-A36A-6602FD810494}"/>
          </ac:spMkLst>
        </pc:spChg>
      </pc:sldChg>
      <pc:sldChg chg="new del">
        <pc:chgData name="Wang Sining" userId="704a977d29132bd8" providerId="LiveId" clId="{6BEA0489-E78F-184B-8663-89E52C2278B0}" dt="2021-11-08T20:26:32.017" v="748" actId="2696"/>
        <pc:sldMkLst>
          <pc:docMk/>
          <pc:sldMk cId="1304732746" sldId="296"/>
        </pc:sldMkLst>
      </pc:sldChg>
      <pc:sldChg chg="addSp modSp add mod ord modNotes">
        <pc:chgData name="Wang Sining" userId="704a977d29132bd8" providerId="LiveId" clId="{6BEA0489-E78F-184B-8663-89E52C2278B0}" dt="2021-11-09T16:14:13.540" v="765" actId="20578"/>
        <pc:sldMkLst>
          <pc:docMk/>
          <pc:sldMk cId="1541281437" sldId="296"/>
        </pc:sldMkLst>
        <pc:picChg chg="add mod">
          <ac:chgData name="Wang Sining" userId="704a977d29132bd8" providerId="LiveId" clId="{6BEA0489-E78F-184B-8663-89E52C2278B0}" dt="2021-11-09T16:14:10.268" v="762"/>
          <ac:picMkLst>
            <pc:docMk/>
            <pc:sldMk cId="1541281437" sldId="296"/>
            <ac:picMk id="6" creationId="{613F6881-9DEB-B948-852D-E03368868D1B}"/>
          </ac:picMkLst>
        </pc:picChg>
      </pc:sldChg>
      <pc:sldChg chg="addSp modSp add mod ord modNotes">
        <pc:chgData name="Wang Sining" userId="704a977d29132bd8" providerId="LiveId" clId="{6BEA0489-E78F-184B-8663-89E52C2278B0}" dt="2021-11-09T16:51:19.023" v="798"/>
        <pc:sldMkLst>
          <pc:docMk/>
          <pc:sldMk cId="1605160583" sldId="297"/>
        </pc:sldMkLst>
        <pc:picChg chg="add mod">
          <ac:chgData name="Wang Sining" userId="704a977d29132bd8" providerId="LiveId" clId="{6BEA0489-E78F-184B-8663-89E52C2278B0}" dt="2021-11-09T16:51:18.967" v="796"/>
          <ac:picMkLst>
            <pc:docMk/>
            <pc:sldMk cId="1605160583" sldId="297"/>
            <ac:picMk id="6" creationId="{2A97811B-A8DE-9447-9215-1BBC662929F6}"/>
          </ac:picMkLst>
        </pc:picChg>
      </pc:sldChg>
      <pc:sldChg chg="addSp modSp add del mod ord modNotes">
        <pc:chgData name="Wang Sining" userId="704a977d29132bd8" providerId="LiveId" clId="{6BEA0489-E78F-184B-8663-89E52C2278B0}" dt="2021-11-09T16:27:42.364" v="782" actId="2696"/>
        <pc:sldMkLst>
          <pc:docMk/>
          <pc:sldMk cId="2751603096" sldId="297"/>
        </pc:sldMkLst>
        <pc:picChg chg="add mod">
          <ac:chgData name="Wang Sining" userId="704a977d29132bd8" providerId="LiveId" clId="{6BEA0489-E78F-184B-8663-89E52C2278B0}" dt="2021-11-09T16:27:38.511" v="779"/>
          <ac:picMkLst>
            <pc:docMk/>
            <pc:sldMk cId="2751603096" sldId="297"/>
            <ac:picMk id="6" creationId="{D682E167-9F0A-B941-BEB5-DEA507145281}"/>
          </ac:picMkLst>
        </pc:picChg>
      </pc:sldChg>
    </pc:docChg>
  </pc:docChgLst>
  <pc:docChgLst>
    <pc:chgData name="Wang Sining" userId="704a977d29132bd8" providerId="LiveId" clId="{AD7D701E-6F2A-1D44-A335-D5E74E4DE931}"/>
    <pc:docChg chg="undo custSel addSld delSld modSld sldOrd modMainMaster">
      <pc:chgData name="Wang Sining" userId="704a977d29132bd8" providerId="LiveId" clId="{AD7D701E-6F2A-1D44-A335-D5E74E4DE931}" dt="2021-10-28T02:23:49.842" v="4969" actId="58"/>
      <pc:docMkLst>
        <pc:docMk/>
      </pc:docMkLst>
      <pc:sldChg chg="addSp delSp modSp add del mod">
        <pc:chgData name="Wang Sining" userId="704a977d29132bd8" providerId="LiveId" clId="{AD7D701E-6F2A-1D44-A335-D5E74E4DE931}" dt="2021-10-26T01:48:37.753" v="2302" actId="1076"/>
        <pc:sldMkLst>
          <pc:docMk/>
          <pc:sldMk cId="0" sldId="256"/>
        </pc:sldMkLst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0" sldId="256"/>
            <ac:spMk id="2" creationId="{412CEC13-5BF9-7D46-93E5-04E72EA4C17B}"/>
          </ac:spMkLst>
        </pc:spChg>
        <pc:spChg chg="add del mod">
          <ac:chgData name="Wang Sining" userId="704a977d29132bd8" providerId="LiveId" clId="{AD7D701E-6F2A-1D44-A335-D5E74E4DE931}" dt="2021-10-26T01:48:30.023" v="2300" actId="478"/>
          <ac:spMkLst>
            <pc:docMk/>
            <pc:sldMk cId="0" sldId="256"/>
            <ac:spMk id="3" creationId="{A3EA50C4-BD01-DE43-BEAB-E2B9DDB116ED}"/>
          </ac:spMkLst>
        </pc:spChg>
        <pc:spChg chg="del">
          <ac:chgData name="Wang Sining" userId="704a977d29132bd8" providerId="LiveId" clId="{AD7D701E-6F2A-1D44-A335-D5E74E4DE931}" dt="2021-10-25T23:55:16.148" v="0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Wang Sining" userId="704a977d29132bd8" providerId="LiveId" clId="{AD7D701E-6F2A-1D44-A335-D5E74E4DE931}" dt="2021-10-26T01:48:37.753" v="2302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Wang Sining" userId="704a977d29132bd8" providerId="LiveId" clId="{AD7D701E-6F2A-1D44-A335-D5E74E4DE931}" dt="2021-10-25T23:58:33.696" v="135" actId="20577"/>
          <ac:spMkLst>
            <pc:docMk/>
            <pc:sldMk cId="0" sldId="256"/>
            <ac:spMk id="13" creationId="{00000000-0000-0000-0000-000000000000}"/>
          </ac:spMkLst>
        </pc:spChg>
        <pc:spChg chg="add del mod">
          <ac:chgData name="Wang Sining" userId="704a977d29132bd8" providerId="LiveId" clId="{AD7D701E-6F2A-1D44-A335-D5E74E4DE931}" dt="2021-10-25T23:55:32.402" v="4" actId="478"/>
          <ac:spMkLst>
            <pc:docMk/>
            <pc:sldMk cId="0" sldId="256"/>
            <ac:spMk id="19" creationId="{E8EA249A-34BC-3548-8876-7B7C759FC7CE}"/>
          </ac:spMkLst>
        </pc:spChg>
        <pc:spChg chg="add mod">
          <ac:chgData name="Wang Sining" userId="704a977d29132bd8" providerId="LiveId" clId="{AD7D701E-6F2A-1D44-A335-D5E74E4DE931}" dt="2021-10-25T23:55:36.291" v="5" actId="1076"/>
          <ac:spMkLst>
            <pc:docMk/>
            <pc:sldMk cId="0" sldId="256"/>
            <ac:spMk id="20" creationId="{8AF7F185-2982-714F-BF0E-73E9D1421003}"/>
          </ac:spMkLst>
        </pc:spChg>
      </pc:sldChg>
      <pc:sldChg chg="del">
        <pc:chgData name="Wang Sining" userId="704a977d29132bd8" providerId="LiveId" clId="{AD7D701E-6F2A-1D44-A335-D5E74E4DE931}" dt="2021-10-25T23:57:11.639" v="87" actId="2696"/>
        <pc:sldMkLst>
          <pc:docMk/>
          <pc:sldMk cId="3954070258" sldId="257"/>
        </pc:sldMkLst>
        <pc:spChg chg="mod">
          <ac:chgData name="Wang Sining" userId="704a977d29132bd8" providerId="LiveId" clId="{AD7D701E-6F2A-1D44-A335-D5E74E4DE931}" dt="2021-10-26T00:01:18.060" v="203" actId="20577"/>
          <ac:spMkLst>
            <pc:docMk/>
            <pc:sldMk cId="3954070258" sldId="257"/>
            <ac:spMk id="2" creationId="{FB0CB54B-A6C9-0C46-83D2-AF3A466ADE63}"/>
          </ac:spMkLst>
        </pc:spChg>
        <pc:spChg chg="mod">
          <ac:chgData name="Wang Sining" userId="704a977d29132bd8" providerId="LiveId" clId="{AD7D701E-6F2A-1D44-A335-D5E74E4DE931}" dt="2021-10-25T23:58:56.323" v="156" actId="14100"/>
          <ac:spMkLst>
            <pc:docMk/>
            <pc:sldMk cId="3954070258" sldId="257"/>
            <ac:spMk id="3" creationId="{EC863833-DB9D-9649-9915-D8A89F095987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3954070258" sldId="257"/>
            <ac:spMk id="4" creationId="{427A878A-0CE3-C244-BD68-EE3A32F95E2B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3954070258" sldId="257"/>
            <ac:spMk id="5" creationId="{5C56863A-8D85-7A49-83AB-28AADC5E7283}"/>
          </ac:spMkLst>
        </pc:spChg>
      </pc:sldChg>
      <pc:sldChg chg="del">
        <pc:chgData name="Wang Sining" userId="704a977d29132bd8" providerId="LiveId" clId="{AD7D701E-6F2A-1D44-A335-D5E74E4DE931}" dt="2021-10-25T23:57:06.486" v="55" actId="2696"/>
        <pc:sldMkLst>
          <pc:docMk/>
          <pc:sldMk cId="2193060857" sldId="258"/>
        </pc:sldMkLst>
        <pc:spChg chg="mod">
          <ac:chgData name="Wang Sining" userId="704a977d29132bd8" providerId="LiveId" clId="{AD7D701E-6F2A-1D44-A335-D5E74E4DE931}" dt="2021-10-26T01:08:09.240" v="460" actId="255"/>
          <ac:spMkLst>
            <pc:docMk/>
            <pc:sldMk cId="2193060857" sldId="258"/>
            <ac:spMk id="2" creationId="{053DD5E8-D788-DC48-B17B-421F149D1273}"/>
          </ac:spMkLst>
        </pc:spChg>
        <pc:spChg chg="mod">
          <ac:chgData name="Wang Sining" userId="704a977d29132bd8" providerId="LiveId" clId="{AD7D701E-6F2A-1D44-A335-D5E74E4DE931}" dt="2021-10-26T01:05:38.507" v="343" actId="20577"/>
          <ac:spMkLst>
            <pc:docMk/>
            <pc:sldMk cId="2193060857" sldId="258"/>
            <ac:spMk id="3" creationId="{9735498A-90F0-8C41-884B-78905ACC0B14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2193060857" sldId="258"/>
            <ac:spMk id="4" creationId="{2B40DCCE-D0C7-0441-92A6-9FEAE7B1C9CB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2193060857" sldId="258"/>
            <ac:spMk id="5" creationId="{CB7A74E6-021D-EF4C-B902-E6D6CFE98CBD}"/>
          </ac:spMkLst>
        </pc:spChg>
      </pc:sldChg>
      <pc:sldChg chg="addSp delSp modSp new mod modNotesTx">
        <pc:chgData name="Wang Sining" userId="704a977d29132bd8" providerId="LiveId" clId="{AD7D701E-6F2A-1D44-A335-D5E74E4DE931}" dt="2021-10-26T01:48:16.696" v="2298"/>
        <pc:sldMkLst>
          <pc:docMk/>
          <pc:sldMk cId="3385177441" sldId="259"/>
        </pc:sldMkLst>
        <pc:spChg chg="mod">
          <ac:chgData name="Wang Sining" userId="704a977d29132bd8" providerId="LiveId" clId="{AD7D701E-6F2A-1D44-A335-D5E74E4DE931}" dt="2021-10-26T01:13:34.773" v="858"/>
          <ac:spMkLst>
            <pc:docMk/>
            <pc:sldMk cId="3385177441" sldId="259"/>
            <ac:spMk id="2" creationId="{2DD08784-C993-8342-A932-F7AAFF6E4C0B}"/>
          </ac:spMkLst>
        </pc:spChg>
        <pc:spChg chg="mod">
          <ac:chgData name="Wang Sining" userId="704a977d29132bd8" providerId="LiveId" clId="{AD7D701E-6F2A-1D44-A335-D5E74E4DE931}" dt="2021-10-26T01:12:45.482" v="852" actId="14100"/>
          <ac:spMkLst>
            <pc:docMk/>
            <pc:sldMk cId="3385177441" sldId="259"/>
            <ac:spMk id="3" creationId="{DD1B1DDF-BF80-D044-8BC2-6CD4E712D785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3385177441" sldId="259"/>
            <ac:spMk id="4" creationId="{CF13183B-6EBA-3946-8213-81051B7A0853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3385177441" sldId="259"/>
            <ac:spMk id="5" creationId="{FD5B4100-837D-E343-8652-6165EA7B5C1C}"/>
          </ac:spMkLst>
        </pc:spChg>
      </pc:sldChg>
      <pc:sldChg chg="addSp delSp modSp new mod modNotesTx">
        <pc:chgData name="Wang Sining" userId="704a977d29132bd8" providerId="LiveId" clId="{AD7D701E-6F2A-1D44-A335-D5E74E4DE931}" dt="2021-10-26T01:48:16.696" v="2298"/>
        <pc:sldMkLst>
          <pc:docMk/>
          <pc:sldMk cId="2848264717" sldId="260"/>
        </pc:sldMkLst>
        <pc:spChg chg="del mod">
          <ac:chgData name="Wang Sining" userId="704a977d29132bd8" providerId="LiveId" clId="{AD7D701E-6F2A-1D44-A335-D5E74E4DE931}" dt="2021-10-26T01:13:54.634" v="860" actId="478"/>
          <ac:spMkLst>
            <pc:docMk/>
            <pc:sldMk cId="2848264717" sldId="260"/>
            <ac:spMk id="2" creationId="{4A890C86-7E59-234E-A963-71B7F9743CC1}"/>
          </ac:spMkLst>
        </pc:spChg>
        <pc:spChg chg="mod">
          <ac:chgData name="Wang Sining" userId="704a977d29132bd8" providerId="LiveId" clId="{AD7D701E-6F2A-1D44-A335-D5E74E4DE931}" dt="2021-10-26T01:12:31.128" v="826" actId="14100"/>
          <ac:spMkLst>
            <pc:docMk/>
            <pc:sldMk cId="2848264717" sldId="260"/>
            <ac:spMk id="3" creationId="{EE9D5C79-95B7-1643-ADB0-05240D4DE871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2848264717" sldId="260"/>
            <ac:spMk id="5" creationId="{9E67E9CF-3677-0043-AF5E-E6BA37FD2CDD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2848264717" sldId="260"/>
            <ac:spMk id="6" creationId="{7AC6CEBA-A7C0-AD42-BACE-D765FCF4D933}"/>
          </ac:spMkLst>
        </pc:spChg>
        <pc:graphicFrameChg chg="add mod">
          <ac:chgData name="Wang Sining" userId="704a977d29132bd8" providerId="LiveId" clId="{AD7D701E-6F2A-1D44-A335-D5E74E4DE931}" dt="2021-10-26T01:14:15.369" v="864" actId="14100"/>
          <ac:graphicFrameMkLst>
            <pc:docMk/>
            <pc:sldMk cId="2848264717" sldId="260"/>
            <ac:graphicFrameMk id="4" creationId="{C7038521-F1E3-6643-A8D6-9956189E9EB6}"/>
          </ac:graphicFrameMkLst>
        </pc:graphicFrameChg>
      </pc:sldChg>
      <pc:sldChg chg="addSp delSp modSp new mod ord modNotesTx">
        <pc:chgData name="Wang Sining" userId="704a977d29132bd8" providerId="LiveId" clId="{AD7D701E-6F2A-1D44-A335-D5E74E4DE931}" dt="2021-10-26T15:21:03.320" v="3339" actId="20577"/>
        <pc:sldMkLst>
          <pc:docMk/>
          <pc:sldMk cId="735277291" sldId="261"/>
        </pc:sldMkLst>
        <pc:spChg chg="mod">
          <ac:chgData name="Wang Sining" userId="704a977d29132bd8" providerId="LiveId" clId="{AD7D701E-6F2A-1D44-A335-D5E74E4DE931}" dt="2021-10-26T01:17:02.398" v="1064" actId="255"/>
          <ac:spMkLst>
            <pc:docMk/>
            <pc:sldMk cId="735277291" sldId="261"/>
            <ac:spMk id="2" creationId="{4839F571-6003-A24C-B581-889ED7267DD2}"/>
          </ac:spMkLst>
        </pc:spChg>
        <pc:spChg chg="mod">
          <ac:chgData name="Wang Sining" userId="704a977d29132bd8" providerId="LiveId" clId="{AD7D701E-6F2A-1D44-A335-D5E74E4DE931}" dt="2021-10-26T01:15:07.950" v="918" actId="14100"/>
          <ac:spMkLst>
            <pc:docMk/>
            <pc:sldMk cId="735277291" sldId="261"/>
            <ac:spMk id="3" creationId="{AB356DE7-B646-CA4E-9CC3-CAC906C5173A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735277291" sldId="261"/>
            <ac:spMk id="4" creationId="{D6E3EA5F-4665-5E4F-982C-D700FDE23F97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735277291" sldId="261"/>
            <ac:spMk id="5" creationId="{4F84A55D-A4F3-B944-BA93-610B05A2FA09}"/>
          </ac:spMkLst>
        </pc:spChg>
      </pc:sldChg>
      <pc:sldChg chg="addSp delSp modSp new mod">
        <pc:chgData name="Wang Sining" userId="704a977d29132bd8" providerId="LiveId" clId="{AD7D701E-6F2A-1D44-A335-D5E74E4DE931}" dt="2021-10-26T02:40:44.336" v="3122" actId="255"/>
        <pc:sldMkLst>
          <pc:docMk/>
          <pc:sldMk cId="1389419733" sldId="262"/>
        </pc:sldMkLst>
        <pc:spChg chg="mod">
          <ac:chgData name="Wang Sining" userId="704a977d29132bd8" providerId="LiveId" clId="{AD7D701E-6F2A-1D44-A335-D5E74E4DE931}" dt="2021-10-26T01:19:04.274" v="1133" actId="255"/>
          <ac:spMkLst>
            <pc:docMk/>
            <pc:sldMk cId="1389419733" sldId="262"/>
            <ac:spMk id="2" creationId="{53751133-BCB4-F04D-8E43-C37A2733122B}"/>
          </ac:spMkLst>
        </pc:spChg>
        <pc:spChg chg="mod">
          <ac:chgData name="Wang Sining" userId="704a977d29132bd8" providerId="LiveId" clId="{AD7D701E-6F2A-1D44-A335-D5E74E4DE931}" dt="2021-10-26T02:40:44.336" v="3122" actId="255"/>
          <ac:spMkLst>
            <pc:docMk/>
            <pc:sldMk cId="1389419733" sldId="262"/>
            <ac:spMk id="3" creationId="{A94996B6-3443-874A-98FA-FC3BF0F53F4D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1389419733" sldId="262"/>
            <ac:spMk id="5" creationId="{421A55F9-6FD4-C440-8057-C979747B065B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1389419733" sldId="262"/>
            <ac:spMk id="6" creationId="{A6749E21-2F5A-8642-AA1B-2CD42B855C32}"/>
          </ac:spMkLst>
        </pc:spChg>
        <pc:graphicFrameChg chg="add mod">
          <ac:chgData name="Wang Sining" userId="704a977d29132bd8" providerId="LiveId" clId="{AD7D701E-6F2A-1D44-A335-D5E74E4DE931}" dt="2021-10-26T01:19:19.791" v="1137" actId="1076"/>
          <ac:graphicFrameMkLst>
            <pc:docMk/>
            <pc:sldMk cId="1389419733" sldId="262"/>
            <ac:graphicFrameMk id="4" creationId="{BC8D064B-40A6-0E48-8A28-C93DA92F9EC4}"/>
          </ac:graphicFrameMkLst>
        </pc:graphicFrameChg>
      </pc:sldChg>
      <pc:sldChg chg="addSp delSp modSp new mod modNotesTx">
        <pc:chgData name="Wang Sining" userId="704a977d29132bd8" providerId="LiveId" clId="{AD7D701E-6F2A-1D44-A335-D5E74E4DE931}" dt="2021-10-26T02:40:57.211" v="3124" actId="255"/>
        <pc:sldMkLst>
          <pc:docMk/>
          <pc:sldMk cId="167887661" sldId="263"/>
        </pc:sldMkLst>
        <pc:spChg chg="mod">
          <ac:chgData name="Wang Sining" userId="704a977d29132bd8" providerId="LiveId" clId="{AD7D701E-6F2A-1D44-A335-D5E74E4DE931}" dt="2021-10-26T01:30:12.908" v="1583" actId="207"/>
          <ac:spMkLst>
            <pc:docMk/>
            <pc:sldMk cId="167887661" sldId="263"/>
            <ac:spMk id="2" creationId="{0F009074-06C9-C245-994E-DE977F0837DB}"/>
          </ac:spMkLst>
        </pc:spChg>
        <pc:spChg chg="mod">
          <ac:chgData name="Wang Sining" userId="704a977d29132bd8" providerId="LiveId" clId="{AD7D701E-6F2A-1D44-A335-D5E74E4DE931}" dt="2021-10-26T02:40:57.211" v="3124" actId="255"/>
          <ac:spMkLst>
            <pc:docMk/>
            <pc:sldMk cId="167887661" sldId="263"/>
            <ac:spMk id="3" creationId="{E6625AD7-D2F5-1D44-A5D1-A60D35BF7624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167887661" sldId="263"/>
            <ac:spMk id="4" creationId="{2743174E-04EE-2F46-88C1-0EEEE2B03779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167887661" sldId="263"/>
            <ac:spMk id="5" creationId="{5AB1506B-489C-2746-BE88-169700C92BE3}"/>
          </ac:spMkLst>
        </pc:spChg>
      </pc:sldChg>
      <pc:sldChg chg="new del">
        <pc:chgData name="Wang Sining" userId="704a977d29132bd8" providerId="LiveId" clId="{AD7D701E-6F2A-1D44-A335-D5E74E4DE931}" dt="2021-10-26T01:19:37.719" v="1139" actId="680"/>
        <pc:sldMkLst>
          <pc:docMk/>
          <pc:sldMk cId="1470468432" sldId="263"/>
        </pc:sldMkLst>
      </pc:sldChg>
      <pc:sldChg chg="addSp delSp modSp new mod">
        <pc:chgData name="Wang Sining" userId="704a977d29132bd8" providerId="LiveId" clId="{AD7D701E-6F2A-1D44-A335-D5E74E4DE931}" dt="2021-10-26T01:48:16.696" v="2298"/>
        <pc:sldMkLst>
          <pc:docMk/>
          <pc:sldMk cId="1497435208" sldId="264"/>
        </pc:sldMkLst>
        <pc:spChg chg="mod">
          <ac:chgData name="Wang Sining" userId="704a977d29132bd8" providerId="LiveId" clId="{AD7D701E-6F2A-1D44-A335-D5E74E4DE931}" dt="2021-10-26T01:34:01.387" v="1623" actId="1076"/>
          <ac:spMkLst>
            <pc:docMk/>
            <pc:sldMk cId="1497435208" sldId="264"/>
            <ac:spMk id="2" creationId="{D2E46705-22F5-834A-9722-5CD910D98730}"/>
          </ac:spMkLst>
        </pc:spChg>
        <pc:spChg chg="mod">
          <ac:chgData name="Wang Sining" userId="704a977d29132bd8" providerId="LiveId" clId="{AD7D701E-6F2A-1D44-A335-D5E74E4DE931}" dt="2021-10-26T01:31:52.403" v="1604" actId="20577"/>
          <ac:spMkLst>
            <pc:docMk/>
            <pc:sldMk cId="1497435208" sldId="264"/>
            <ac:spMk id="3" creationId="{8435AD5A-90B1-5540-BF6E-18A0725EBAE1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1497435208" sldId="264"/>
            <ac:spMk id="4" creationId="{563041D0-4DBF-4B48-94F6-2ED2B4734899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1497435208" sldId="264"/>
            <ac:spMk id="5" creationId="{400A5896-820B-2E44-988D-07B8330607A5}"/>
          </ac:spMkLst>
        </pc:spChg>
      </pc:sldChg>
      <pc:sldChg chg="addSp delSp modSp add del mod ord modNotesTx">
        <pc:chgData name="Wang Sining" userId="704a977d29132bd8" providerId="LiveId" clId="{AD7D701E-6F2A-1D44-A335-D5E74E4DE931}" dt="2021-10-26T17:52:48.704" v="4400" actId="20577"/>
        <pc:sldMkLst>
          <pc:docMk/>
          <pc:sldMk cId="1805093738" sldId="265"/>
        </pc:sldMkLst>
        <pc:spChg chg="mod">
          <ac:chgData name="Wang Sining" userId="704a977d29132bd8" providerId="LiveId" clId="{AD7D701E-6F2A-1D44-A335-D5E74E4DE931}" dt="2021-10-26T01:31:29.197" v="1592" actId="207"/>
          <ac:spMkLst>
            <pc:docMk/>
            <pc:sldMk cId="1805093738" sldId="265"/>
            <ac:spMk id="2" creationId="{0F009074-06C9-C245-994E-DE977F0837DB}"/>
          </ac:spMkLst>
        </pc:spChg>
        <pc:spChg chg="mod">
          <ac:chgData name="Wang Sining" userId="704a977d29132bd8" providerId="LiveId" clId="{AD7D701E-6F2A-1D44-A335-D5E74E4DE931}" dt="2021-10-26T02:40:51.199" v="3123" actId="255"/>
          <ac:spMkLst>
            <pc:docMk/>
            <pc:sldMk cId="1805093738" sldId="265"/>
            <ac:spMk id="3" creationId="{E6625AD7-D2F5-1D44-A5D1-A60D35BF7624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1805093738" sldId="265"/>
            <ac:spMk id="4" creationId="{8135800C-33DC-F74B-8949-0A666A2DDD64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1805093738" sldId="265"/>
            <ac:spMk id="5" creationId="{2875FC4F-1ABB-0B4D-8029-8FBE27C4FD04}"/>
          </ac:spMkLst>
        </pc:spChg>
      </pc:sldChg>
      <pc:sldChg chg="addSp delSp modSp add del mod">
        <pc:chgData name="Wang Sining" userId="704a977d29132bd8" providerId="LiveId" clId="{AD7D701E-6F2A-1D44-A335-D5E74E4DE931}" dt="2021-10-26T02:41:06.893" v="3125" actId="255"/>
        <pc:sldMkLst>
          <pc:docMk/>
          <pc:sldMk cId="2101912901" sldId="266"/>
        </pc:sldMkLst>
        <pc:spChg chg="del">
          <ac:chgData name="Wang Sining" userId="704a977d29132bd8" providerId="LiveId" clId="{AD7D701E-6F2A-1D44-A335-D5E74E4DE931}" dt="2021-10-26T01:30:50.280" v="1585" actId="478"/>
          <ac:spMkLst>
            <pc:docMk/>
            <pc:sldMk cId="2101912901" sldId="266"/>
            <ac:spMk id="2" creationId="{0F009074-06C9-C245-994E-DE977F0837DB}"/>
          </ac:spMkLst>
        </pc:spChg>
        <pc:spChg chg="mod">
          <ac:chgData name="Wang Sining" userId="704a977d29132bd8" providerId="LiveId" clId="{AD7D701E-6F2A-1D44-A335-D5E74E4DE931}" dt="2021-10-26T02:41:06.893" v="3125" actId="255"/>
          <ac:spMkLst>
            <pc:docMk/>
            <pc:sldMk cId="2101912901" sldId="266"/>
            <ac:spMk id="3" creationId="{E6625AD7-D2F5-1D44-A5D1-A60D35BF7624}"/>
          </ac:spMkLst>
        </pc:spChg>
        <pc:spChg chg="add del mod">
          <ac:chgData name="Wang Sining" userId="704a977d29132bd8" providerId="LiveId" clId="{AD7D701E-6F2A-1D44-A335-D5E74E4DE931}" dt="2021-10-26T01:30:52.742" v="1586" actId="478"/>
          <ac:spMkLst>
            <pc:docMk/>
            <pc:sldMk cId="2101912901" sldId="266"/>
            <ac:spMk id="5" creationId="{783763C1-129F-724C-A3FC-A0F9DD336210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2101912901" sldId="266"/>
            <ac:spMk id="7" creationId="{E2BCEF98-06E2-AE44-BBD9-39392AE5D71C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2101912901" sldId="266"/>
            <ac:spMk id="8" creationId="{1F709902-D799-5B4A-86D1-B8DA3979993A}"/>
          </ac:spMkLst>
        </pc:spChg>
        <pc:picChg chg="add mod">
          <ac:chgData name="Wang Sining" userId="704a977d29132bd8" providerId="LiveId" clId="{AD7D701E-6F2A-1D44-A335-D5E74E4DE931}" dt="2021-10-26T01:31:00.747" v="1588" actId="1076"/>
          <ac:picMkLst>
            <pc:docMk/>
            <pc:sldMk cId="2101912901" sldId="266"/>
            <ac:picMk id="6" creationId="{C83610E9-C329-D94B-8BD8-80A3DC014A5A}"/>
          </ac:picMkLst>
        </pc:picChg>
      </pc:sldChg>
      <pc:sldChg chg="addSp delSp modSp add mod">
        <pc:chgData name="Wang Sining" userId="704a977d29132bd8" providerId="LiveId" clId="{AD7D701E-6F2A-1D44-A335-D5E74E4DE931}" dt="2021-10-26T01:48:16.696" v="2298"/>
        <pc:sldMkLst>
          <pc:docMk/>
          <pc:sldMk cId="3696042375" sldId="267"/>
        </pc:sldMkLst>
        <pc:spChg chg="del">
          <ac:chgData name="Wang Sining" userId="704a977d29132bd8" providerId="LiveId" clId="{AD7D701E-6F2A-1D44-A335-D5E74E4DE931}" dt="2021-10-26T01:35:10.202" v="1630" actId="478"/>
          <ac:spMkLst>
            <pc:docMk/>
            <pc:sldMk cId="3696042375" sldId="267"/>
            <ac:spMk id="2" creationId="{D2E46705-22F5-834A-9722-5CD910D98730}"/>
          </ac:spMkLst>
        </pc:spChg>
        <pc:spChg chg="add del mod">
          <ac:chgData name="Wang Sining" userId="704a977d29132bd8" providerId="LiveId" clId="{AD7D701E-6F2A-1D44-A335-D5E74E4DE931}" dt="2021-10-26T01:35:17.868" v="1631" actId="478"/>
          <ac:spMkLst>
            <pc:docMk/>
            <pc:sldMk cId="3696042375" sldId="267"/>
            <ac:spMk id="5" creationId="{DFE53EFD-6D74-1943-A58A-C84D0670EE40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3696042375" sldId="267"/>
            <ac:spMk id="7" creationId="{5EE17F59-115B-9144-8155-59819EF45EE9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3696042375" sldId="267"/>
            <ac:spMk id="8" creationId="{EBBF7EEE-E7C4-4D4A-B4AB-2C597258C4D9}"/>
          </ac:spMkLst>
        </pc:spChg>
        <pc:picChg chg="add mod">
          <ac:chgData name="Wang Sining" userId="704a977d29132bd8" providerId="LiveId" clId="{AD7D701E-6F2A-1D44-A335-D5E74E4DE931}" dt="2021-10-26T01:35:20.617" v="1633" actId="1076"/>
          <ac:picMkLst>
            <pc:docMk/>
            <pc:sldMk cId="3696042375" sldId="267"/>
            <ac:picMk id="6" creationId="{ACC488C5-7C72-C84F-8B79-F10030845D6C}"/>
          </ac:picMkLst>
        </pc:picChg>
      </pc:sldChg>
      <pc:sldChg chg="modSp add del mod">
        <pc:chgData name="Wang Sining" userId="704a977d29132bd8" providerId="LiveId" clId="{AD7D701E-6F2A-1D44-A335-D5E74E4DE931}" dt="2021-10-26T01:35:00.569" v="1628" actId="2696"/>
        <pc:sldMkLst>
          <pc:docMk/>
          <pc:sldMk cId="4077969768" sldId="267"/>
        </pc:sldMkLst>
        <pc:spChg chg="mod">
          <ac:chgData name="Wang Sining" userId="704a977d29132bd8" providerId="LiveId" clId="{AD7D701E-6F2A-1D44-A335-D5E74E4DE931}" dt="2021-10-26T01:34:57.457" v="1627" actId="6549"/>
          <ac:spMkLst>
            <pc:docMk/>
            <pc:sldMk cId="4077969768" sldId="267"/>
            <ac:spMk id="2" creationId="{D2E46705-22F5-834A-9722-5CD910D98730}"/>
          </ac:spMkLst>
        </pc:spChg>
      </pc:sldChg>
      <pc:sldChg chg="addSp delSp modSp new mod">
        <pc:chgData name="Wang Sining" userId="704a977d29132bd8" providerId="LiveId" clId="{AD7D701E-6F2A-1D44-A335-D5E74E4DE931}" dt="2021-10-26T01:48:16.696" v="2298"/>
        <pc:sldMkLst>
          <pc:docMk/>
          <pc:sldMk cId="1190785982" sldId="268"/>
        </pc:sldMkLst>
        <pc:spChg chg="mod">
          <ac:chgData name="Wang Sining" userId="704a977d29132bd8" providerId="LiveId" clId="{AD7D701E-6F2A-1D44-A335-D5E74E4DE931}" dt="2021-10-26T01:37:54.504" v="1843" actId="1076"/>
          <ac:spMkLst>
            <pc:docMk/>
            <pc:sldMk cId="1190785982" sldId="268"/>
            <ac:spMk id="2" creationId="{4C907CAA-6030-EF44-BAEF-A058D12A9D3A}"/>
          </ac:spMkLst>
        </pc:spChg>
        <pc:spChg chg="mod">
          <ac:chgData name="Wang Sining" userId="704a977d29132bd8" providerId="LiveId" clId="{AD7D701E-6F2A-1D44-A335-D5E74E4DE931}" dt="2021-10-26T01:35:42.476" v="1663" actId="14100"/>
          <ac:spMkLst>
            <pc:docMk/>
            <pc:sldMk cId="1190785982" sldId="268"/>
            <ac:spMk id="3" creationId="{9930A470-D6B2-0848-8E49-313A9AB7343A}"/>
          </ac:spMkLst>
        </pc:spChg>
        <pc:spChg chg="add del mod">
          <ac:chgData name="Wang Sining" userId="704a977d29132bd8" providerId="LiveId" clId="{AD7D701E-6F2A-1D44-A335-D5E74E4DE931}" dt="2021-10-26T01:40:15.177" v="1903"/>
          <ac:spMkLst>
            <pc:docMk/>
            <pc:sldMk cId="1190785982" sldId="268"/>
            <ac:spMk id="4" creationId="{49249304-DFEB-0149-8CE8-953FF11B7E27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1190785982" sldId="268"/>
            <ac:spMk id="5" creationId="{1CAF5805-0235-0044-9FF3-48690E5ED1AD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1190785982" sldId="268"/>
            <ac:spMk id="6" creationId="{88B40BF8-2FDE-9F46-A2AC-19A74A47BCEC}"/>
          </ac:spMkLst>
        </pc:spChg>
      </pc:sldChg>
      <pc:sldChg chg="addSp delSp modSp new mod">
        <pc:chgData name="Wang Sining" userId="704a977d29132bd8" providerId="LiveId" clId="{AD7D701E-6F2A-1D44-A335-D5E74E4DE931}" dt="2021-10-26T16:22:56.639" v="4282" actId="207"/>
        <pc:sldMkLst>
          <pc:docMk/>
          <pc:sldMk cId="2896751622" sldId="269"/>
        </pc:sldMkLst>
        <pc:spChg chg="mod">
          <ac:chgData name="Wang Sining" userId="704a977d29132bd8" providerId="LiveId" clId="{AD7D701E-6F2A-1D44-A335-D5E74E4DE931}" dt="2021-10-26T16:22:56.639" v="4282" actId="207"/>
          <ac:spMkLst>
            <pc:docMk/>
            <pc:sldMk cId="2896751622" sldId="269"/>
            <ac:spMk id="2" creationId="{95C3FC78-2507-A64A-B486-69B8474EFE56}"/>
          </ac:spMkLst>
        </pc:spChg>
        <pc:spChg chg="mod">
          <ac:chgData name="Wang Sining" userId="704a977d29132bd8" providerId="LiveId" clId="{AD7D701E-6F2A-1D44-A335-D5E74E4DE931}" dt="2021-10-26T16:21:00.342" v="4215" actId="1076"/>
          <ac:spMkLst>
            <pc:docMk/>
            <pc:sldMk cId="2896751622" sldId="269"/>
            <ac:spMk id="3" creationId="{67A6E13C-EA78-BB4A-BE0D-42EC33AEF9BD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2896751622" sldId="269"/>
            <ac:spMk id="4" creationId="{7617E137-9166-5848-A921-C1B0A768292A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2896751622" sldId="269"/>
            <ac:spMk id="5" creationId="{2F934DB1-CBE8-2B49-9304-94D7CD623B5F}"/>
          </ac:spMkLst>
        </pc:spChg>
      </pc:sldChg>
      <pc:sldChg chg="addSp delSp modSp new mod ord">
        <pc:chgData name="Wang Sining" userId="704a977d29132bd8" providerId="LiveId" clId="{AD7D701E-6F2A-1D44-A335-D5E74E4DE931}" dt="2021-10-26T15:57:29.981" v="3652" actId="20578"/>
        <pc:sldMkLst>
          <pc:docMk/>
          <pc:sldMk cId="1238077651" sldId="270"/>
        </pc:sldMkLst>
        <pc:spChg chg="mod">
          <ac:chgData name="Wang Sining" userId="704a977d29132bd8" providerId="LiveId" clId="{AD7D701E-6F2A-1D44-A335-D5E74E4DE931}" dt="2021-10-26T01:41:38.559" v="2113" actId="12"/>
          <ac:spMkLst>
            <pc:docMk/>
            <pc:sldMk cId="1238077651" sldId="270"/>
            <ac:spMk id="2" creationId="{72438C05-2D75-464B-90C7-E9F77DF4C6B2}"/>
          </ac:spMkLst>
        </pc:spChg>
        <pc:spChg chg="mod">
          <ac:chgData name="Wang Sining" userId="704a977d29132bd8" providerId="LiveId" clId="{AD7D701E-6F2A-1D44-A335-D5E74E4DE931}" dt="2021-10-26T01:40:19.758" v="1920" actId="20577"/>
          <ac:spMkLst>
            <pc:docMk/>
            <pc:sldMk cId="1238077651" sldId="270"/>
            <ac:spMk id="3" creationId="{3A677486-33A0-A344-9BB4-4A99FDC8964B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1238077651" sldId="270"/>
            <ac:spMk id="4" creationId="{2AAA13DC-3ED0-0348-93C5-63FAE9294265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1238077651" sldId="270"/>
            <ac:spMk id="5" creationId="{CE994B8C-3F30-8040-8102-87C694A8FBBC}"/>
          </ac:spMkLst>
        </pc:spChg>
      </pc:sldChg>
      <pc:sldChg chg="del">
        <pc:chgData name="Wang Sining" userId="704a977d29132bd8" providerId="LiveId" clId="{AD7D701E-6F2A-1D44-A335-D5E74E4DE931}" dt="2021-10-25T23:57:08.450" v="68" actId="2696"/>
        <pc:sldMkLst>
          <pc:docMk/>
          <pc:sldMk cId="491632777" sldId="271"/>
        </pc:sldMkLst>
        <pc:spChg chg="del mod">
          <ac:chgData name="Wang Sining" userId="704a977d29132bd8" providerId="LiveId" clId="{AD7D701E-6F2A-1D44-A335-D5E74E4DE931}" dt="2021-10-26T15:38:01.463" v="3343" actId="478"/>
          <ac:spMkLst>
            <pc:docMk/>
            <pc:sldMk cId="491632777" sldId="271"/>
            <ac:spMk id="2" creationId="{930BD8CC-59D2-5442-9FCB-689C72BEFC2D}"/>
          </ac:spMkLst>
        </pc:spChg>
        <pc:spChg chg="mod">
          <ac:chgData name="Wang Sining" userId="704a977d29132bd8" providerId="LiveId" clId="{AD7D701E-6F2A-1D44-A335-D5E74E4DE931}" dt="2021-10-26T01:41:58.132" v="2137" actId="20577"/>
          <ac:spMkLst>
            <pc:docMk/>
            <pc:sldMk cId="491632777" sldId="271"/>
            <ac:spMk id="3" creationId="{BA8935E4-7233-F047-B0CF-73B9DC6B3989}"/>
          </ac:spMkLst>
        </pc:spChg>
        <pc:spChg chg="add mod">
          <ac:chgData name="Wang Sining" userId="704a977d29132bd8" providerId="LiveId" clId="{AD7D701E-6F2A-1D44-A335-D5E74E4DE931}" dt="2021-10-26T15:39:37.651" v="3379" actId="20577"/>
          <ac:spMkLst>
            <pc:docMk/>
            <pc:sldMk cId="491632777" sldId="271"/>
            <ac:spMk id="5" creationId="{CFA26E7F-2BE5-2742-8017-6B2A3AFB08E0}"/>
          </ac:spMkLst>
        </pc:spChg>
        <pc:spChg chg="add del mod">
          <ac:chgData name="Wang Sining" userId="704a977d29132bd8" providerId="LiveId" clId="{AD7D701E-6F2A-1D44-A335-D5E74E4DE931}" dt="2021-10-26T01:47:52.734" v="2297"/>
          <ac:spMkLst>
            <pc:docMk/>
            <pc:sldMk cId="491632777" sldId="271"/>
            <ac:spMk id="7" creationId="{02F0E7D2-8FFD-474F-B637-706942D4DF65}"/>
          </ac:spMkLst>
        </pc:spChg>
        <pc:spChg chg="add mod">
          <ac:chgData name="Wang Sining" userId="704a977d29132bd8" providerId="LiveId" clId="{AD7D701E-6F2A-1D44-A335-D5E74E4DE931}" dt="2021-10-26T01:48:16.696" v="2298"/>
          <ac:spMkLst>
            <pc:docMk/>
            <pc:sldMk cId="491632777" sldId="271"/>
            <ac:spMk id="8" creationId="{B6B7A060-6007-3A42-801D-7CD347C5D682}"/>
          </ac:spMkLst>
        </pc:spChg>
        <pc:spChg chg="add del mod">
          <ac:chgData name="Wang Sining" userId="704a977d29132bd8" providerId="LiveId" clId="{AD7D701E-6F2A-1D44-A335-D5E74E4DE931}" dt="2021-10-26T15:38:03.108" v="3344" actId="478"/>
          <ac:spMkLst>
            <pc:docMk/>
            <pc:sldMk cId="491632777" sldId="271"/>
            <ac:spMk id="11" creationId="{D82A4DBD-E93F-EF47-B6C0-43FC61B07A5D}"/>
          </ac:spMkLst>
        </pc:spChg>
        <pc:spChg chg="add del">
          <ac:chgData name="Wang Sining" userId="704a977d29132bd8" providerId="LiveId" clId="{AD7D701E-6F2A-1D44-A335-D5E74E4DE931}" dt="2021-10-26T15:58:28.235" v="3655" actId="22"/>
          <ac:spMkLst>
            <pc:docMk/>
            <pc:sldMk cId="491632777" sldId="271"/>
            <ac:spMk id="13" creationId="{8165E6F0-99AF-5E4A-A485-ADBF81835047}"/>
          </ac:spMkLst>
        </pc:spChg>
        <pc:graphicFrameChg chg="add del mod">
          <ac:chgData name="Wang Sining" userId="704a977d29132bd8" providerId="LiveId" clId="{AD7D701E-6F2A-1D44-A335-D5E74E4DE931}" dt="2021-10-26T15:37:23.181" v="3341" actId="478"/>
          <ac:graphicFrameMkLst>
            <pc:docMk/>
            <pc:sldMk cId="491632777" sldId="271"/>
            <ac:graphicFrameMk id="4" creationId="{C3F65B47-A6EB-A14A-AC85-DCAB9EE0EE09}"/>
          </ac:graphicFrameMkLst>
        </pc:graphicFrameChg>
        <pc:graphicFrameChg chg="add del mod">
          <ac:chgData name="Wang Sining" userId="704a977d29132bd8" providerId="LiveId" clId="{AD7D701E-6F2A-1D44-A335-D5E74E4DE931}" dt="2021-10-26T15:37:20.190" v="3340" actId="478"/>
          <ac:graphicFrameMkLst>
            <pc:docMk/>
            <pc:sldMk cId="491632777" sldId="271"/>
            <ac:graphicFrameMk id="6" creationId="{A532FDF7-8195-6842-8765-A999302D5E07}"/>
          </ac:graphicFrameMkLst>
        </pc:graphicFrameChg>
        <pc:graphicFrameChg chg="add del mod">
          <ac:chgData name="Wang Sining" userId="704a977d29132bd8" providerId="LiveId" clId="{AD7D701E-6F2A-1D44-A335-D5E74E4DE931}" dt="2021-10-26T01:50:39.794" v="2420"/>
          <ac:graphicFrameMkLst>
            <pc:docMk/>
            <pc:sldMk cId="491632777" sldId="271"/>
            <ac:graphicFrameMk id="9" creationId="{9B8225BB-E1CB-B343-8A0A-322FC41E9ED2}"/>
          </ac:graphicFrameMkLst>
        </pc:graphicFrameChg>
      </pc:sldChg>
      <pc:sldChg chg="modSp add del mod">
        <pc:chgData name="Wang Sining" userId="704a977d29132bd8" providerId="LiveId" clId="{AD7D701E-6F2A-1D44-A335-D5E74E4DE931}" dt="2021-10-26T15:45:20.911" v="3471" actId="2696"/>
        <pc:sldMkLst>
          <pc:docMk/>
          <pc:sldMk cId="1139370915" sldId="272"/>
        </pc:sldMkLst>
        <pc:spChg chg="mod">
          <ac:chgData name="Wang Sining" userId="704a977d29132bd8" providerId="LiveId" clId="{AD7D701E-6F2A-1D44-A335-D5E74E4DE931}" dt="2021-10-26T15:42:09.394" v="3385"/>
          <ac:spMkLst>
            <pc:docMk/>
            <pc:sldMk cId="1139370915" sldId="272"/>
            <ac:spMk id="2" creationId="{95C3FC78-2507-A64A-B486-69B8474EFE56}"/>
          </ac:spMkLst>
        </pc:spChg>
      </pc:sldChg>
      <pc:sldChg chg="del">
        <pc:chgData name="Wang Sining" userId="704a977d29132bd8" providerId="LiveId" clId="{AD7D701E-6F2A-1D44-A335-D5E74E4DE931}" dt="2021-10-25T23:57:09.284" v="73" actId="2696"/>
        <pc:sldMkLst>
          <pc:docMk/>
          <pc:sldMk cId="0" sldId="273"/>
        </pc:sldMkLst>
      </pc:sldChg>
      <pc:sldChg chg="addSp delSp modSp new del mod">
        <pc:chgData name="Wang Sining" userId="704a977d29132bd8" providerId="LiveId" clId="{AD7D701E-6F2A-1D44-A335-D5E74E4DE931}" dt="2021-10-26T16:25:58.034" v="4349" actId="2696"/>
        <pc:sldMkLst>
          <pc:docMk/>
          <pc:sldMk cId="869309232" sldId="273"/>
        </pc:sldMkLst>
        <pc:spChg chg="mod">
          <ac:chgData name="Wang Sining" userId="704a977d29132bd8" providerId="LiveId" clId="{AD7D701E-6F2A-1D44-A335-D5E74E4DE931}" dt="2021-10-26T15:56:30.536" v="3648" actId="1036"/>
          <ac:spMkLst>
            <pc:docMk/>
            <pc:sldMk cId="869309232" sldId="273"/>
            <ac:spMk id="2" creationId="{31EF0B5A-935D-204B-B86F-796FBFEAED23}"/>
          </ac:spMkLst>
        </pc:spChg>
        <pc:spChg chg="del mod">
          <ac:chgData name="Wang Sining" userId="704a977d29132bd8" providerId="LiveId" clId="{AD7D701E-6F2A-1D44-A335-D5E74E4DE931}" dt="2021-10-26T16:10:22.216" v="4074" actId="478"/>
          <ac:spMkLst>
            <pc:docMk/>
            <pc:sldMk cId="869309232" sldId="273"/>
            <ac:spMk id="4" creationId="{491C0E55-A765-6941-81F5-2524A0E5872D}"/>
          </ac:spMkLst>
        </pc:spChg>
        <pc:spChg chg="add del mod">
          <ac:chgData name="Wang Sining" userId="704a977d29132bd8" providerId="LiveId" clId="{AD7D701E-6F2A-1D44-A335-D5E74E4DE931}" dt="2021-10-26T01:54:31.454" v="2477"/>
          <ac:spMkLst>
            <pc:docMk/>
            <pc:sldMk cId="869309232" sldId="273"/>
            <ac:spMk id="5" creationId="{BCB83190-3D60-7641-9D3C-BCE7D931C29D}"/>
          </ac:spMkLst>
        </pc:spChg>
        <pc:spChg chg="add del mod">
          <ac:chgData name="Wang Sining" userId="704a977d29132bd8" providerId="LiveId" clId="{AD7D701E-6F2A-1D44-A335-D5E74E4DE931}" dt="2021-10-26T15:55:49.251" v="3642" actId="478"/>
          <ac:spMkLst>
            <pc:docMk/>
            <pc:sldMk cId="869309232" sldId="273"/>
            <ac:spMk id="6" creationId="{DE72018C-19A7-7845-BCE9-00E6B7B979F7}"/>
          </ac:spMkLst>
        </pc:spChg>
        <pc:spChg chg="add mod">
          <ac:chgData name="Wang Sining" userId="704a977d29132bd8" providerId="LiveId" clId="{AD7D701E-6F2A-1D44-A335-D5E74E4DE931}" dt="2021-10-26T15:56:45.515" v="3650" actId="1076"/>
          <ac:spMkLst>
            <pc:docMk/>
            <pc:sldMk cId="869309232" sldId="273"/>
            <ac:spMk id="8" creationId="{DBF97233-F36A-6246-B89A-808D0B6638B5}"/>
          </ac:spMkLst>
        </pc:spChg>
        <pc:spChg chg="add mod">
          <ac:chgData name="Wang Sining" userId="704a977d29132bd8" providerId="LiveId" clId="{AD7D701E-6F2A-1D44-A335-D5E74E4DE931}" dt="2021-10-26T15:56:49.214" v="3651" actId="1076"/>
          <ac:spMkLst>
            <pc:docMk/>
            <pc:sldMk cId="869309232" sldId="273"/>
            <ac:spMk id="9" creationId="{7C00C05B-775B-5748-8C4A-9306C8DD9195}"/>
          </ac:spMkLst>
        </pc:spChg>
        <pc:spChg chg="add del mod">
          <ac:chgData name="Wang Sining" userId="704a977d29132bd8" providerId="LiveId" clId="{AD7D701E-6F2A-1D44-A335-D5E74E4DE931}" dt="2021-10-26T16:10:25.566" v="4077" actId="478"/>
          <ac:spMkLst>
            <pc:docMk/>
            <pc:sldMk cId="869309232" sldId="273"/>
            <ac:spMk id="11" creationId="{D92F19B2-466C-6549-99C6-9850529EC50C}"/>
          </ac:spMkLst>
        </pc:spChg>
        <pc:spChg chg="add del mod">
          <ac:chgData name="Wang Sining" userId="704a977d29132bd8" providerId="LiveId" clId="{AD7D701E-6F2A-1D44-A335-D5E74E4DE931}" dt="2021-10-26T16:10:24.025" v="4076"/>
          <ac:spMkLst>
            <pc:docMk/>
            <pc:sldMk cId="869309232" sldId="273"/>
            <ac:spMk id="12" creationId="{2D80C532-3063-1745-BB57-F619CC88BD6D}"/>
          </ac:spMkLst>
        </pc:spChg>
        <pc:spChg chg="add mod">
          <ac:chgData name="Wang Sining" userId="704a977d29132bd8" providerId="LiveId" clId="{AD7D701E-6F2A-1D44-A335-D5E74E4DE931}" dt="2021-10-26T16:10:26.203" v="4078"/>
          <ac:spMkLst>
            <pc:docMk/>
            <pc:sldMk cId="869309232" sldId="273"/>
            <ac:spMk id="13" creationId="{8E3B5D0A-902B-9943-BEA3-A2CEBFE04368}"/>
          </ac:spMkLst>
        </pc:spChg>
      </pc:sldChg>
      <pc:sldChg chg="addSp delSp modSp new mod">
        <pc:chgData name="Wang Sining" userId="704a977d29132bd8" providerId="LiveId" clId="{AD7D701E-6F2A-1D44-A335-D5E74E4DE931}" dt="2021-10-26T02:03:33.834" v="2617" actId="1076"/>
        <pc:sldMkLst>
          <pc:docMk/>
          <pc:sldMk cId="3016269422" sldId="274"/>
        </pc:sldMkLst>
        <pc:spChg chg="del">
          <ac:chgData name="Wang Sining" userId="704a977d29132bd8" providerId="LiveId" clId="{AD7D701E-6F2A-1D44-A335-D5E74E4DE931}" dt="2021-10-26T02:00:19.776" v="2548" actId="478"/>
          <ac:spMkLst>
            <pc:docMk/>
            <pc:sldMk cId="3016269422" sldId="274"/>
            <ac:spMk id="2" creationId="{83B480C0-2FEB-BA46-8A30-0BA4FF4F1026}"/>
          </ac:spMkLst>
        </pc:spChg>
        <pc:spChg chg="mod">
          <ac:chgData name="Wang Sining" userId="704a977d29132bd8" providerId="LiveId" clId="{AD7D701E-6F2A-1D44-A335-D5E74E4DE931}" dt="2021-10-26T01:55:40.632" v="2491" actId="20577"/>
          <ac:spMkLst>
            <pc:docMk/>
            <pc:sldMk cId="3016269422" sldId="274"/>
            <ac:spMk id="4" creationId="{373B9FAA-0AE3-D046-B20C-25DC1B2898CD}"/>
          </ac:spMkLst>
        </pc:spChg>
        <pc:spChg chg="add mod">
          <ac:chgData name="Wang Sining" userId="704a977d29132bd8" providerId="LiveId" clId="{AD7D701E-6F2A-1D44-A335-D5E74E4DE931}" dt="2021-10-26T02:03:33.834" v="2617" actId="1076"/>
          <ac:spMkLst>
            <pc:docMk/>
            <pc:sldMk cId="3016269422" sldId="274"/>
            <ac:spMk id="5" creationId="{4BB46566-8C45-A143-B499-3CBF61939A7C}"/>
          </ac:spMkLst>
        </pc:spChg>
        <pc:spChg chg="add del mod">
          <ac:chgData name="Wang Sining" userId="704a977d29132bd8" providerId="LiveId" clId="{AD7D701E-6F2A-1D44-A335-D5E74E4DE931}" dt="2021-10-26T02:01:26.540" v="2580" actId="478"/>
          <ac:spMkLst>
            <pc:docMk/>
            <pc:sldMk cId="3016269422" sldId="274"/>
            <ac:spMk id="6" creationId="{96018C5B-2906-EC41-9A79-F7E8804049E4}"/>
          </ac:spMkLst>
        </pc:spChg>
        <pc:spChg chg="add del mod">
          <ac:chgData name="Wang Sining" userId="704a977d29132bd8" providerId="LiveId" clId="{AD7D701E-6F2A-1D44-A335-D5E74E4DE931}" dt="2021-10-26T02:01:08.688" v="2571" actId="478"/>
          <ac:spMkLst>
            <pc:docMk/>
            <pc:sldMk cId="3016269422" sldId="274"/>
            <ac:spMk id="7" creationId="{C1B9C169-6859-BE42-A014-ADBC4AF666EB}"/>
          </ac:spMkLst>
        </pc:spChg>
        <pc:spChg chg="add del mod">
          <ac:chgData name="Wang Sining" userId="704a977d29132bd8" providerId="LiveId" clId="{AD7D701E-6F2A-1D44-A335-D5E74E4DE931}" dt="2021-10-26T02:01:18.173" v="2577" actId="478"/>
          <ac:spMkLst>
            <pc:docMk/>
            <pc:sldMk cId="3016269422" sldId="274"/>
            <ac:spMk id="8" creationId="{3FE40852-1560-1E42-8D1E-D4C0472FC65D}"/>
          </ac:spMkLst>
        </pc:spChg>
      </pc:sldChg>
      <pc:sldChg chg="addSp delSp modSp add del mod">
        <pc:chgData name="Wang Sining" userId="704a977d29132bd8" providerId="LiveId" clId="{AD7D701E-6F2A-1D44-A335-D5E74E4DE931}" dt="2021-10-26T16:28:50.885" v="4392" actId="1076"/>
        <pc:sldMkLst>
          <pc:docMk/>
          <pc:sldMk cId="827301225" sldId="275"/>
        </pc:sldMkLst>
        <pc:spChg chg="del mod">
          <ac:chgData name="Wang Sining" userId="704a977d29132bd8" providerId="LiveId" clId="{AD7D701E-6F2A-1D44-A335-D5E74E4DE931}" dt="2021-10-26T01:58:53.790" v="2522" actId="478"/>
          <ac:spMkLst>
            <pc:docMk/>
            <pc:sldMk cId="827301225" sldId="275"/>
            <ac:spMk id="2" creationId="{31EF0B5A-935D-204B-B86F-796FBFEAED23}"/>
          </ac:spMkLst>
        </pc:spChg>
        <pc:spChg chg="del">
          <ac:chgData name="Wang Sining" userId="704a977d29132bd8" providerId="LiveId" clId="{AD7D701E-6F2A-1D44-A335-D5E74E4DE931}" dt="2021-10-26T15:48:18.433" v="3550" actId="478"/>
          <ac:spMkLst>
            <pc:docMk/>
            <pc:sldMk cId="827301225" sldId="275"/>
            <ac:spMk id="4" creationId="{491C0E55-A765-6941-81F5-2524A0E5872D}"/>
          </ac:spMkLst>
        </pc:spChg>
        <pc:spChg chg="del mod">
          <ac:chgData name="Wang Sining" userId="704a977d29132bd8" providerId="LiveId" clId="{AD7D701E-6F2A-1D44-A335-D5E74E4DE931}" dt="2021-10-26T01:58:09.947" v="2518" actId="21"/>
          <ac:spMkLst>
            <pc:docMk/>
            <pc:sldMk cId="827301225" sldId="275"/>
            <ac:spMk id="6" creationId="{DE72018C-19A7-7845-BCE9-00E6B7B979F7}"/>
          </ac:spMkLst>
        </pc:spChg>
        <pc:spChg chg="add del mod">
          <ac:chgData name="Wang Sining" userId="704a977d29132bd8" providerId="LiveId" clId="{AD7D701E-6F2A-1D44-A335-D5E74E4DE931}" dt="2021-10-26T01:58:57.686" v="2523" actId="478"/>
          <ac:spMkLst>
            <pc:docMk/>
            <pc:sldMk cId="827301225" sldId="275"/>
            <ac:spMk id="8" creationId="{F6473767-72ED-354E-B9CF-551B776BA84E}"/>
          </ac:spMkLst>
        </pc:spChg>
        <pc:spChg chg="add del mod">
          <ac:chgData name="Wang Sining" userId="704a977d29132bd8" providerId="LiveId" clId="{AD7D701E-6F2A-1D44-A335-D5E74E4DE931}" dt="2021-10-26T15:48:21.639" v="3551" actId="478"/>
          <ac:spMkLst>
            <pc:docMk/>
            <pc:sldMk cId="827301225" sldId="275"/>
            <ac:spMk id="11" creationId="{4E5681D4-60EB-8942-81FA-AD7FE8C0CDFA}"/>
          </ac:spMkLst>
        </pc:spChg>
        <pc:spChg chg="add del mod">
          <ac:chgData name="Wang Sining" userId="704a977d29132bd8" providerId="LiveId" clId="{AD7D701E-6F2A-1D44-A335-D5E74E4DE931}" dt="2021-10-26T16:10:36.471" v="4082" actId="478"/>
          <ac:spMkLst>
            <pc:docMk/>
            <pc:sldMk cId="827301225" sldId="275"/>
            <ac:spMk id="12" creationId="{E9F58EA7-CAEA-8045-A87E-9755BEF626D2}"/>
          </ac:spMkLst>
        </pc:spChg>
        <pc:spChg chg="add del mod">
          <ac:chgData name="Wang Sining" userId="704a977d29132bd8" providerId="LiveId" clId="{AD7D701E-6F2A-1D44-A335-D5E74E4DE931}" dt="2021-10-26T16:10:37.777" v="4083" actId="478"/>
          <ac:spMkLst>
            <pc:docMk/>
            <pc:sldMk cId="827301225" sldId="275"/>
            <ac:spMk id="14" creationId="{14921B0D-0644-D34D-AED7-74C71276DBD0}"/>
          </ac:spMkLst>
        </pc:spChg>
        <pc:spChg chg="add mod">
          <ac:chgData name="Wang Sining" userId="704a977d29132bd8" providerId="LiveId" clId="{AD7D701E-6F2A-1D44-A335-D5E74E4DE931}" dt="2021-10-26T16:10:39.222" v="4084"/>
          <ac:spMkLst>
            <pc:docMk/>
            <pc:sldMk cId="827301225" sldId="275"/>
            <ac:spMk id="15" creationId="{873F2259-600A-1A4B-B4ED-D89DD72945BA}"/>
          </ac:spMkLst>
        </pc:spChg>
        <pc:spChg chg="add del">
          <ac:chgData name="Wang Sining" userId="704a977d29132bd8" providerId="LiveId" clId="{AD7D701E-6F2A-1D44-A335-D5E74E4DE931}" dt="2021-10-26T16:26:35.044" v="4353" actId="22"/>
          <ac:spMkLst>
            <pc:docMk/>
            <pc:sldMk cId="827301225" sldId="275"/>
            <ac:spMk id="17" creationId="{EEF843FA-A093-BC44-B8DB-68D847F24802}"/>
          </ac:spMkLst>
        </pc:spChg>
        <pc:spChg chg="add mod">
          <ac:chgData name="Wang Sining" userId="704a977d29132bd8" providerId="LiveId" clId="{AD7D701E-6F2A-1D44-A335-D5E74E4DE931}" dt="2021-10-26T16:28:10.518" v="4387" actId="20577"/>
          <ac:spMkLst>
            <pc:docMk/>
            <pc:sldMk cId="827301225" sldId="275"/>
            <ac:spMk id="19" creationId="{6CEB56A0-AAE4-EF4A-B0AA-B47E8AA23081}"/>
          </ac:spMkLst>
        </pc:spChg>
        <pc:spChg chg="add mod">
          <ac:chgData name="Wang Sining" userId="704a977d29132bd8" providerId="LiveId" clId="{AD7D701E-6F2A-1D44-A335-D5E74E4DE931}" dt="2021-10-26T16:28:50.885" v="4392" actId="1076"/>
          <ac:spMkLst>
            <pc:docMk/>
            <pc:sldMk cId="827301225" sldId="275"/>
            <ac:spMk id="20" creationId="{7D4FE533-BDBE-7C4D-9686-C930E143B53A}"/>
          </ac:spMkLst>
        </pc:spChg>
        <pc:graphicFrameChg chg="add del mod">
          <ac:chgData name="Wang Sining" userId="704a977d29132bd8" providerId="LiveId" clId="{AD7D701E-6F2A-1D44-A335-D5E74E4DE931}" dt="2021-10-26T01:58:09.947" v="2518" actId="21"/>
          <ac:graphicFrameMkLst>
            <pc:docMk/>
            <pc:sldMk cId="827301225" sldId="275"/>
            <ac:graphicFrameMk id="7" creationId="{A3539458-C2A3-F14B-B30F-B7FBB43EE4EA}"/>
          </ac:graphicFrameMkLst>
        </pc:graphicFrameChg>
        <pc:graphicFrameChg chg="add del mod">
          <ac:chgData name="Wang Sining" userId="704a977d29132bd8" providerId="LiveId" clId="{AD7D701E-6F2A-1D44-A335-D5E74E4DE931}" dt="2021-10-26T16:27:55.918" v="4384" actId="478"/>
          <ac:graphicFrameMkLst>
            <pc:docMk/>
            <pc:sldMk cId="827301225" sldId="275"/>
            <ac:graphicFrameMk id="9" creationId="{30ED2D46-79DF-4940-9F11-36F4065B1972}"/>
          </ac:graphicFrameMkLst>
        </pc:graphicFrameChg>
      </pc:sldChg>
      <pc:sldChg chg="addSp delSp modSp add del mod">
        <pc:chgData name="Wang Sining" userId="704a977d29132bd8" providerId="LiveId" clId="{AD7D701E-6F2A-1D44-A335-D5E74E4DE931}" dt="2021-10-26T16:26:01.028" v="4350" actId="2696"/>
        <pc:sldMkLst>
          <pc:docMk/>
          <pc:sldMk cId="244503350" sldId="276"/>
        </pc:sldMkLst>
        <pc:spChg chg="del">
          <ac:chgData name="Wang Sining" userId="704a977d29132bd8" providerId="LiveId" clId="{AD7D701E-6F2A-1D44-A335-D5E74E4DE931}" dt="2021-10-26T15:45:07.642" v="3470" actId="478"/>
          <ac:spMkLst>
            <pc:docMk/>
            <pc:sldMk cId="244503350" sldId="276"/>
            <ac:spMk id="2" creationId="{31EF0B5A-935D-204B-B86F-796FBFEAED23}"/>
          </ac:spMkLst>
        </pc:spChg>
        <pc:spChg chg="del">
          <ac:chgData name="Wang Sining" userId="704a977d29132bd8" providerId="LiveId" clId="{AD7D701E-6F2A-1D44-A335-D5E74E4DE931}" dt="2021-10-26T15:48:10.623" v="3545" actId="478"/>
          <ac:spMkLst>
            <pc:docMk/>
            <pc:sldMk cId="244503350" sldId="276"/>
            <ac:spMk id="4" creationId="{491C0E55-A765-6941-81F5-2524A0E5872D}"/>
          </ac:spMkLst>
        </pc:spChg>
        <pc:spChg chg="del">
          <ac:chgData name="Wang Sining" userId="704a977d29132bd8" providerId="LiveId" clId="{AD7D701E-6F2A-1D44-A335-D5E74E4DE931}" dt="2021-10-26T01:58:13.240" v="2519" actId="478"/>
          <ac:spMkLst>
            <pc:docMk/>
            <pc:sldMk cId="244503350" sldId="276"/>
            <ac:spMk id="6" creationId="{DE72018C-19A7-7845-BCE9-00E6B7B979F7}"/>
          </ac:spMkLst>
        </pc:spChg>
        <pc:spChg chg="add mod">
          <ac:chgData name="Wang Sining" userId="704a977d29132bd8" providerId="LiveId" clId="{AD7D701E-6F2A-1D44-A335-D5E74E4DE931}" dt="2021-10-26T15:46:51.564" v="3524" actId="14100"/>
          <ac:spMkLst>
            <pc:docMk/>
            <pc:sldMk cId="244503350" sldId="276"/>
            <ac:spMk id="7" creationId="{8304878B-A05D-914D-9403-5EC5699455B4}"/>
          </ac:spMkLst>
        </pc:spChg>
        <pc:spChg chg="add del mod">
          <ac:chgData name="Wang Sining" userId="704a977d29132bd8" providerId="LiveId" clId="{AD7D701E-6F2A-1D44-A335-D5E74E4DE931}" dt="2021-10-26T15:45:29.581" v="3474" actId="478"/>
          <ac:spMkLst>
            <pc:docMk/>
            <pc:sldMk cId="244503350" sldId="276"/>
            <ac:spMk id="9" creationId="{AEFF08EB-DB77-B047-8489-16254F30B176}"/>
          </ac:spMkLst>
        </pc:spChg>
        <pc:spChg chg="add mod">
          <ac:chgData name="Wang Sining" userId="704a977d29132bd8" providerId="LiveId" clId="{AD7D701E-6F2A-1D44-A335-D5E74E4DE931}" dt="2021-10-26T15:45:33.031" v="3475" actId="1076"/>
          <ac:spMkLst>
            <pc:docMk/>
            <pc:sldMk cId="244503350" sldId="276"/>
            <ac:spMk id="10" creationId="{35706A43-1DEC-7E4A-992B-CECF854342AE}"/>
          </ac:spMkLst>
        </pc:spChg>
        <pc:spChg chg="add del mod">
          <ac:chgData name="Wang Sining" userId="704a977d29132bd8" providerId="LiveId" clId="{AD7D701E-6F2A-1D44-A335-D5E74E4DE931}" dt="2021-10-26T15:45:49.810" v="3478"/>
          <ac:spMkLst>
            <pc:docMk/>
            <pc:sldMk cId="244503350" sldId="276"/>
            <ac:spMk id="11" creationId="{7AE41D52-400E-A44F-A66C-1C7EBFB24EF7}"/>
          </ac:spMkLst>
        </pc:spChg>
        <pc:spChg chg="add mod">
          <ac:chgData name="Wang Sining" userId="704a977d29132bd8" providerId="LiveId" clId="{AD7D701E-6F2A-1D44-A335-D5E74E4DE931}" dt="2021-10-26T15:47:48.909" v="3540" actId="1076"/>
          <ac:spMkLst>
            <pc:docMk/>
            <pc:sldMk cId="244503350" sldId="276"/>
            <ac:spMk id="12" creationId="{D83CA531-6852-E047-BD4B-F8CB335E9F97}"/>
          </ac:spMkLst>
        </pc:spChg>
        <pc:spChg chg="add del">
          <ac:chgData name="Wang Sining" userId="704a977d29132bd8" providerId="LiveId" clId="{AD7D701E-6F2A-1D44-A335-D5E74E4DE931}" dt="2021-10-26T15:48:03.640" v="3542" actId="22"/>
          <ac:spMkLst>
            <pc:docMk/>
            <pc:sldMk cId="244503350" sldId="276"/>
            <ac:spMk id="14" creationId="{6A406EDD-8137-894F-B3B1-02C555BC975B}"/>
          </ac:spMkLst>
        </pc:spChg>
        <pc:spChg chg="add del mod">
          <ac:chgData name="Wang Sining" userId="704a977d29132bd8" providerId="LiveId" clId="{AD7D701E-6F2A-1D44-A335-D5E74E4DE931}" dt="2021-10-26T15:48:08.976" v="3544"/>
          <ac:spMkLst>
            <pc:docMk/>
            <pc:sldMk cId="244503350" sldId="276"/>
            <ac:spMk id="15" creationId="{05823B7B-4567-5D46-B7A4-AFCC74F30F70}"/>
          </ac:spMkLst>
        </pc:spChg>
        <pc:spChg chg="add del mod">
          <ac:chgData name="Wang Sining" userId="704a977d29132bd8" providerId="LiveId" clId="{AD7D701E-6F2A-1D44-A335-D5E74E4DE931}" dt="2021-10-26T15:48:14.885" v="3548" actId="478"/>
          <ac:spMkLst>
            <pc:docMk/>
            <pc:sldMk cId="244503350" sldId="276"/>
            <ac:spMk id="17" creationId="{4EE0FA89-F8FE-D045-A44E-A01323017982}"/>
          </ac:spMkLst>
        </pc:spChg>
        <pc:spChg chg="add del mod">
          <ac:chgData name="Wang Sining" userId="704a977d29132bd8" providerId="LiveId" clId="{AD7D701E-6F2A-1D44-A335-D5E74E4DE931}" dt="2021-10-26T15:48:12.482" v="3547"/>
          <ac:spMkLst>
            <pc:docMk/>
            <pc:sldMk cId="244503350" sldId="276"/>
            <ac:spMk id="18" creationId="{2AEE74A2-66C9-7746-8CA7-E05F65A48737}"/>
          </ac:spMkLst>
        </pc:spChg>
        <pc:spChg chg="add del mod">
          <ac:chgData name="Wang Sining" userId="704a977d29132bd8" providerId="LiveId" clId="{AD7D701E-6F2A-1D44-A335-D5E74E4DE931}" dt="2021-10-26T16:10:29.233" v="4079" actId="478"/>
          <ac:spMkLst>
            <pc:docMk/>
            <pc:sldMk cId="244503350" sldId="276"/>
            <ac:spMk id="19" creationId="{80C5E524-B061-264C-858A-DCB66FD3B619}"/>
          </ac:spMkLst>
        </pc:spChg>
        <pc:spChg chg="add del mod">
          <ac:chgData name="Wang Sining" userId="704a977d29132bd8" providerId="LiveId" clId="{AD7D701E-6F2A-1D44-A335-D5E74E4DE931}" dt="2021-10-26T16:10:32.603" v="4080" actId="478"/>
          <ac:spMkLst>
            <pc:docMk/>
            <pc:sldMk cId="244503350" sldId="276"/>
            <ac:spMk id="21" creationId="{D6135582-46E1-6543-B85D-43C468956BAB}"/>
          </ac:spMkLst>
        </pc:spChg>
        <pc:spChg chg="add mod">
          <ac:chgData name="Wang Sining" userId="704a977d29132bd8" providerId="LiveId" clId="{AD7D701E-6F2A-1D44-A335-D5E74E4DE931}" dt="2021-10-26T16:10:32.956" v="4081"/>
          <ac:spMkLst>
            <pc:docMk/>
            <pc:sldMk cId="244503350" sldId="276"/>
            <ac:spMk id="22" creationId="{58AAED8F-6BF6-8F43-8E13-A9690BFCDF56}"/>
          </ac:spMkLst>
        </pc:spChg>
        <pc:graphicFrameChg chg="add del mod">
          <ac:chgData name="Wang Sining" userId="704a977d29132bd8" providerId="LiveId" clId="{AD7D701E-6F2A-1D44-A335-D5E74E4DE931}" dt="2021-10-26T15:47:45.914" v="3539" actId="478"/>
          <ac:graphicFrameMkLst>
            <pc:docMk/>
            <pc:sldMk cId="244503350" sldId="276"/>
            <ac:graphicFrameMk id="8" creationId="{8D1D2FD6-D860-504A-A194-CE615914B154}"/>
          </ac:graphicFrameMkLst>
        </pc:graphicFrameChg>
      </pc:sldChg>
      <pc:sldChg chg="addSp delSp modSp add del mod">
        <pc:chgData name="Wang Sining" userId="704a977d29132bd8" providerId="LiveId" clId="{AD7D701E-6F2A-1D44-A335-D5E74E4DE931}" dt="2021-10-26T02:00:09.682" v="2546" actId="2890"/>
        <pc:sldMkLst>
          <pc:docMk/>
          <pc:sldMk cId="3833015473" sldId="277"/>
        </pc:sldMkLst>
        <pc:spChg chg="add del mod">
          <ac:chgData name="Wang Sining" userId="704a977d29132bd8" providerId="LiveId" clId="{AD7D701E-6F2A-1D44-A335-D5E74E4DE931}" dt="2021-10-26T02:00:09.320" v="2545" actId="22"/>
          <ac:spMkLst>
            <pc:docMk/>
            <pc:sldMk cId="3833015473" sldId="277"/>
            <ac:spMk id="6" creationId="{1979238C-1AE8-2C48-8F68-83BD749868F7}"/>
          </ac:spMkLst>
        </pc:spChg>
        <pc:spChg chg="add del mod">
          <ac:chgData name="Wang Sining" userId="704a977d29132bd8" providerId="LiveId" clId="{AD7D701E-6F2A-1D44-A335-D5E74E4DE931}" dt="2021-10-26T02:00:08.630" v="2543" actId="22"/>
          <ac:spMkLst>
            <pc:docMk/>
            <pc:sldMk cId="3833015473" sldId="277"/>
            <ac:spMk id="8" creationId="{C4C59DDB-080A-824C-B1DE-CE01ED0C4BDD}"/>
          </ac:spMkLst>
        </pc:spChg>
        <pc:spChg chg="add del">
          <ac:chgData name="Wang Sining" userId="704a977d29132bd8" providerId="LiveId" clId="{AD7D701E-6F2A-1D44-A335-D5E74E4DE931}" dt="2021-10-26T02:00:07.784" v="2541" actId="22"/>
          <ac:spMkLst>
            <pc:docMk/>
            <pc:sldMk cId="3833015473" sldId="277"/>
            <ac:spMk id="10" creationId="{529D571A-76A4-D04B-A693-361C46898153}"/>
          </ac:spMkLst>
        </pc:spChg>
      </pc:sldChg>
      <pc:sldChg chg="addSp delSp modSp add mod">
        <pc:chgData name="Wang Sining" userId="704a977d29132bd8" providerId="LiveId" clId="{AD7D701E-6F2A-1D44-A335-D5E74E4DE931}" dt="2021-10-26T16:30:50.086" v="4393" actId="478"/>
        <pc:sldMkLst>
          <pc:docMk/>
          <pc:sldMk cId="4209240549" sldId="277"/>
        </pc:sldMkLst>
        <pc:spChg chg="del mod">
          <ac:chgData name="Wang Sining" userId="704a977d29132bd8" providerId="LiveId" clId="{AD7D701E-6F2A-1D44-A335-D5E74E4DE931}" dt="2021-10-26T02:04:18.380" v="2620" actId="478"/>
          <ac:spMkLst>
            <pc:docMk/>
            <pc:sldMk cId="4209240549" sldId="277"/>
            <ac:spMk id="5" creationId="{4BB46566-8C45-A143-B499-3CBF61939A7C}"/>
          </ac:spMkLst>
        </pc:spChg>
        <pc:graphicFrameChg chg="add del mod">
          <ac:chgData name="Wang Sining" userId="704a977d29132bd8" providerId="LiveId" clId="{AD7D701E-6F2A-1D44-A335-D5E74E4DE931}" dt="2021-10-26T16:30:50.086" v="4393" actId="478"/>
          <ac:graphicFrameMkLst>
            <pc:docMk/>
            <pc:sldMk cId="4209240549" sldId="277"/>
            <ac:graphicFrameMk id="7" creationId="{BFF2871C-1789-6F46-99AB-8D8E3E198584}"/>
          </ac:graphicFrameMkLst>
        </pc:graphicFrameChg>
        <pc:picChg chg="add mod">
          <ac:chgData name="Wang Sining" userId="704a977d29132bd8" providerId="LiveId" clId="{AD7D701E-6F2A-1D44-A335-D5E74E4DE931}" dt="2021-10-26T02:06:16.329" v="2628" actId="1076"/>
          <ac:picMkLst>
            <pc:docMk/>
            <pc:sldMk cId="4209240549" sldId="277"/>
            <ac:picMk id="6" creationId="{E4250159-3D16-CE49-B7E1-5CE01AC51C63}"/>
          </ac:picMkLst>
        </pc:picChg>
      </pc:sldChg>
      <pc:sldChg chg="addSp delSp modSp add del mod">
        <pc:chgData name="Wang Sining" userId="704a977d29132bd8" providerId="LiveId" clId="{AD7D701E-6F2A-1D44-A335-D5E74E4DE931}" dt="2021-10-26T02:19:05.217" v="2938" actId="20577"/>
        <pc:sldMkLst>
          <pc:docMk/>
          <pc:sldMk cId="3172941929" sldId="278"/>
        </pc:sldMkLst>
        <pc:spChg chg="mod">
          <ac:chgData name="Wang Sining" userId="704a977d29132bd8" providerId="LiveId" clId="{AD7D701E-6F2A-1D44-A335-D5E74E4DE931}" dt="2021-10-26T02:07:05.325" v="2630"/>
          <ac:spMkLst>
            <pc:docMk/>
            <pc:sldMk cId="3172941929" sldId="278"/>
            <ac:spMk id="9" creationId="{7B703098-8CDE-6D4B-9E33-8DB2AE77D1FC}"/>
          </ac:spMkLst>
        </pc:spChg>
        <pc:spChg chg="mod">
          <ac:chgData name="Wang Sining" userId="704a977d29132bd8" providerId="LiveId" clId="{AD7D701E-6F2A-1D44-A335-D5E74E4DE931}" dt="2021-10-26T02:07:05.325" v="2630"/>
          <ac:spMkLst>
            <pc:docMk/>
            <pc:sldMk cId="3172941929" sldId="278"/>
            <ac:spMk id="10" creationId="{445B5CDC-53DB-6A4D-8EAA-1D76F409678F}"/>
          </ac:spMkLst>
        </pc:spChg>
        <pc:spChg chg="mod">
          <ac:chgData name="Wang Sining" userId="704a977d29132bd8" providerId="LiveId" clId="{AD7D701E-6F2A-1D44-A335-D5E74E4DE931}" dt="2021-10-26T02:07:21.950" v="2634"/>
          <ac:spMkLst>
            <pc:docMk/>
            <pc:sldMk cId="3172941929" sldId="278"/>
            <ac:spMk id="12" creationId="{EB18A70E-BC7F-794B-8798-5B5F4BF17C59}"/>
          </ac:spMkLst>
        </pc:spChg>
        <pc:spChg chg="mod">
          <ac:chgData name="Wang Sining" userId="704a977d29132bd8" providerId="LiveId" clId="{AD7D701E-6F2A-1D44-A335-D5E74E4DE931}" dt="2021-10-26T02:07:21.950" v="2634"/>
          <ac:spMkLst>
            <pc:docMk/>
            <pc:sldMk cId="3172941929" sldId="278"/>
            <ac:spMk id="13" creationId="{91EBA86F-D415-114F-94DF-F7412FE6A8B9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15" creationId="{4FDF2C2D-4C0B-474C-BFA8-359B052DB8B4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16" creationId="{72062CCC-FFD7-9046-8EAA-49CD841F07DC}"/>
          </ac:spMkLst>
        </pc:spChg>
        <pc:spChg chg="mod">
          <ac:chgData name="Wang Sining" userId="704a977d29132bd8" providerId="LiveId" clId="{AD7D701E-6F2A-1D44-A335-D5E74E4DE931}" dt="2021-10-26T02:19:05.217" v="2938" actId="20577"/>
          <ac:spMkLst>
            <pc:docMk/>
            <pc:sldMk cId="3172941929" sldId="278"/>
            <ac:spMk id="17" creationId="{E776CFF1-39E2-144B-BCBF-813A32054C81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18" creationId="{C2DA8028-1D58-1A47-B850-019200C47710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19" creationId="{4F568155-6AC7-FE4D-8F0B-2FDCA25AED6F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20" creationId="{6BF6C60E-78DF-F24F-B310-CE18CC7BB218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21" creationId="{105E4BAA-2F04-074A-B7D7-C28ED5E6196D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22" creationId="{581154F6-C660-EE45-86AC-F990EE6D45E8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23" creationId="{F23A7F14-0135-B84A-886A-EC49BCE70AC9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24" creationId="{5F9CE998-A41A-4042-89E5-90A58956CD50}"/>
          </ac:spMkLst>
        </pc:spChg>
        <pc:spChg chg="mod">
          <ac:chgData name="Wang Sining" userId="704a977d29132bd8" providerId="LiveId" clId="{AD7D701E-6F2A-1D44-A335-D5E74E4DE931}" dt="2021-10-26T02:08:15.273" v="2642" actId="1076"/>
          <ac:spMkLst>
            <pc:docMk/>
            <pc:sldMk cId="3172941929" sldId="278"/>
            <ac:spMk id="25" creationId="{6DFEF51B-0EA5-9D49-BD49-E945705E5EAF}"/>
          </ac:spMkLst>
        </pc:spChg>
        <pc:grpChg chg="add del mod">
          <ac:chgData name="Wang Sining" userId="704a977d29132bd8" providerId="LiveId" clId="{AD7D701E-6F2A-1D44-A335-D5E74E4DE931}" dt="2021-10-26T02:07:13.469" v="2633"/>
          <ac:grpSpMkLst>
            <pc:docMk/>
            <pc:sldMk cId="3172941929" sldId="278"/>
            <ac:grpSpMk id="8" creationId="{0D7721B5-0E90-FB4F-A95E-F2EDDF3A5CB1}"/>
          </ac:grpSpMkLst>
        </pc:grpChg>
        <pc:grpChg chg="add del mod">
          <ac:chgData name="Wang Sining" userId="704a977d29132bd8" providerId="LiveId" clId="{AD7D701E-6F2A-1D44-A335-D5E74E4DE931}" dt="2021-10-26T02:07:23.181" v="2635"/>
          <ac:grpSpMkLst>
            <pc:docMk/>
            <pc:sldMk cId="3172941929" sldId="278"/>
            <ac:grpSpMk id="11" creationId="{FF59DE35-535F-B649-8D70-CDDB3D18221C}"/>
          </ac:grpSpMkLst>
        </pc:grpChg>
        <pc:grpChg chg="add mod">
          <ac:chgData name="Wang Sining" userId="704a977d29132bd8" providerId="LiveId" clId="{AD7D701E-6F2A-1D44-A335-D5E74E4DE931}" dt="2021-10-26T02:08:15.273" v="2642" actId="1076"/>
          <ac:grpSpMkLst>
            <pc:docMk/>
            <pc:sldMk cId="3172941929" sldId="278"/>
            <ac:grpSpMk id="14" creationId="{AF4D5969-CED7-C04D-807E-9B20BBFE4428}"/>
          </ac:grpSpMkLst>
        </pc:grpChg>
        <pc:graphicFrameChg chg="del">
          <ac:chgData name="Wang Sining" userId="704a977d29132bd8" providerId="LiveId" clId="{AD7D701E-6F2A-1D44-A335-D5E74E4DE931}" dt="2021-10-26T02:08:12.994" v="2641" actId="478"/>
          <ac:graphicFrameMkLst>
            <pc:docMk/>
            <pc:sldMk cId="3172941929" sldId="278"/>
            <ac:graphicFrameMk id="7" creationId="{BFF2871C-1789-6F46-99AB-8D8E3E198584}"/>
          </ac:graphicFrameMkLst>
        </pc:graphicFrameChg>
        <pc:picChg chg="del mod">
          <ac:chgData name="Wang Sining" userId="704a977d29132bd8" providerId="LiveId" clId="{AD7D701E-6F2A-1D44-A335-D5E74E4DE931}" dt="2021-10-26T02:08:08.939" v="2640" actId="478"/>
          <ac:picMkLst>
            <pc:docMk/>
            <pc:sldMk cId="3172941929" sldId="278"/>
            <ac:picMk id="6" creationId="{E4250159-3D16-CE49-B7E1-5CE01AC51C63}"/>
          </ac:picMkLst>
        </pc:picChg>
      </pc:sldChg>
      <pc:sldChg chg="addSp delSp modSp new mod">
        <pc:chgData name="Wang Sining" userId="704a977d29132bd8" providerId="LiveId" clId="{AD7D701E-6F2A-1D44-A335-D5E74E4DE931}" dt="2021-10-26T02:18:20.757" v="2929"/>
        <pc:sldMkLst>
          <pc:docMk/>
          <pc:sldMk cId="1459975435" sldId="279"/>
        </pc:sldMkLst>
        <pc:spChg chg="mod">
          <ac:chgData name="Wang Sining" userId="704a977d29132bd8" providerId="LiveId" clId="{AD7D701E-6F2A-1D44-A335-D5E74E4DE931}" dt="2021-10-26T02:17:33.844" v="2922" actId="1076"/>
          <ac:spMkLst>
            <pc:docMk/>
            <pc:sldMk cId="1459975435" sldId="279"/>
            <ac:spMk id="2" creationId="{7E7F8FF3-F746-6640-807B-1831BFACF30A}"/>
          </ac:spMkLst>
        </pc:spChg>
        <pc:spChg chg="mod">
          <ac:chgData name="Wang Sining" userId="704a977d29132bd8" providerId="LiveId" clId="{AD7D701E-6F2A-1D44-A335-D5E74E4DE931}" dt="2021-10-26T02:15:00.090" v="2840" actId="20577"/>
          <ac:spMkLst>
            <pc:docMk/>
            <pc:sldMk cId="1459975435" sldId="279"/>
            <ac:spMk id="4" creationId="{DD3E67B5-261F-7B4B-9E9A-43705D33183F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6" creationId="{899AC3E2-F28D-8E4E-A490-E9ADB61BD978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7" creationId="{927E17B1-DBFB-B944-BBB1-A72C35A8B2B4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8" creationId="{93DD7157-C6F0-BF47-BC6F-220390F3D2EA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9" creationId="{077059E3-6A07-F54F-A91A-914DE7F24AFF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0" creationId="{24E1AD63-1EB7-184E-AA96-78ABE92555E9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1" creationId="{ABD6F9D9-3855-CB45-AFEF-5C5C73ABB4B5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2" creationId="{E2E02962-21C1-7A4D-92E0-AFABE5C33874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3" creationId="{18AB5B81-2E1C-8F44-8FE7-4DFBB280501B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4" creationId="{74758BBA-E60D-E440-8C24-70F503F528E3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5" creationId="{3270EDB7-FAE1-6D44-B254-C3EC95FFA82E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6" creationId="{B3889062-0B06-6A4F-8475-4EB287B36CDA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7" creationId="{6A597F4E-78A1-2D47-9DE1-03DBFC1DE2C2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8" creationId="{06448AA1-0713-AA4A-82BA-31422DF98619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19" creationId="{9EED3F5A-FC8A-3542-AA4E-EB578D702EDC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20" creationId="{F63430C3-7799-2443-B711-88A74B273AF0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21" creationId="{5B7060AC-23B6-914B-A952-B6D5E303A6A3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22" creationId="{3E1B554A-ACDF-C54F-B2D2-6148903FAC64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23" creationId="{90549299-EE0B-5741-9C15-482FFEBF23C5}"/>
          </ac:spMkLst>
        </pc:spChg>
        <pc:spChg chg="mod">
          <ac:chgData name="Wang Sining" userId="704a977d29132bd8" providerId="LiveId" clId="{AD7D701E-6F2A-1D44-A335-D5E74E4DE931}" dt="2021-10-26T02:08:40.770" v="2644"/>
          <ac:spMkLst>
            <pc:docMk/>
            <pc:sldMk cId="1459975435" sldId="279"/>
            <ac:spMk id="24" creationId="{4D7BBFD9-D728-9641-B836-FC59B98078CD}"/>
          </ac:spMkLst>
        </pc:spChg>
        <pc:spChg chg="add mod">
          <ac:chgData name="Wang Sining" userId="704a977d29132bd8" providerId="LiveId" clId="{AD7D701E-6F2A-1D44-A335-D5E74E4DE931}" dt="2021-10-26T02:18:20.757" v="2929"/>
          <ac:spMkLst>
            <pc:docMk/>
            <pc:sldMk cId="1459975435" sldId="279"/>
            <ac:spMk id="27" creationId="{8DA4AA2B-9BC0-644F-9981-2251408E27C7}"/>
          </ac:spMkLst>
        </pc:spChg>
        <pc:grpChg chg="add del mod">
          <ac:chgData name="Wang Sining" userId="704a977d29132bd8" providerId="LiveId" clId="{AD7D701E-6F2A-1D44-A335-D5E74E4DE931}" dt="2021-10-26T02:08:42.145" v="2645"/>
          <ac:grpSpMkLst>
            <pc:docMk/>
            <pc:sldMk cId="1459975435" sldId="279"/>
            <ac:grpSpMk id="5" creationId="{8F223C7B-3ECD-F045-A726-D3C4A00778BD}"/>
          </ac:grpSpMkLst>
        </pc:grpChg>
        <pc:cxnChg chg="mod">
          <ac:chgData name="Wang Sining" userId="704a977d29132bd8" providerId="LiveId" clId="{AD7D701E-6F2A-1D44-A335-D5E74E4DE931}" dt="2021-10-26T02:08:40.770" v="2644"/>
          <ac:cxnSpMkLst>
            <pc:docMk/>
            <pc:sldMk cId="1459975435" sldId="279"/>
            <ac:cxnSpMk id="25" creationId="{19B83863-359B-7C4F-B27B-31012023554B}"/>
          </ac:cxnSpMkLst>
        </pc:cxnChg>
      </pc:sldChg>
      <pc:sldChg chg="del">
        <pc:chgData name="Wang Sining" userId="704a977d29132bd8" providerId="LiveId" clId="{AD7D701E-6F2A-1D44-A335-D5E74E4DE931}" dt="2021-10-25T23:57:07.818" v="64" actId="2696"/>
        <pc:sldMkLst>
          <pc:docMk/>
          <pc:sldMk cId="1677182769" sldId="280"/>
        </pc:sldMkLst>
      </pc:sldChg>
      <pc:sldChg chg="addSp delSp modSp add mod ord">
        <pc:chgData name="Wang Sining" userId="704a977d29132bd8" providerId="LiveId" clId="{AD7D701E-6F2A-1D44-A335-D5E74E4DE931}" dt="2021-10-26T02:23:18.693" v="2950" actId="20577"/>
        <pc:sldMkLst>
          <pc:docMk/>
          <pc:sldMk cId="3048746979" sldId="280"/>
        </pc:sldMkLst>
        <pc:spChg chg="mod">
          <ac:chgData name="Wang Sining" userId="704a977d29132bd8" providerId="LiveId" clId="{AD7D701E-6F2A-1D44-A335-D5E74E4DE931}" dt="2021-10-26T02:19:13.616" v="2940" actId="255"/>
          <ac:spMkLst>
            <pc:docMk/>
            <pc:sldMk cId="3048746979" sldId="280"/>
            <ac:spMk id="17" creationId="{E776CFF1-39E2-144B-BCBF-813A32054C81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27" creationId="{EFA909DB-180C-7D4B-8913-9179FE44DB2C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28" creationId="{A0C0E9C6-A91E-654F-BA87-B9137C8EE2F5}"/>
          </ac:spMkLst>
        </pc:spChg>
        <pc:spChg chg="mod">
          <ac:chgData name="Wang Sining" userId="704a977d29132bd8" providerId="LiveId" clId="{AD7D701E-6F2A-1D44-A335-D5E74E4DE931}" dt="2021-10-26T02:23:18.693" v="2950" actId="20577"/>
          <ac:spMkLst>
            <pc:docMk/>
            <pc:sldMk cId="3048746979" sldId="280"/>
            <ac:spMk id="29" creationId="{607226DD-EBD3-A842-B148-31A5106E57DB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0" creationId="{7B4531C6-BF21-C346-B623-59EB66B433E3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1" creationId="{B955B2C2-E0B9-D543-AED1-09DB110C36F7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2" creationId="{B1B44966-61DA-9C40-A596-7F145DE5D1E3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3" creationId="{D67034FA-D0AD-994D-9B7B-C2AC95D9049B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4" creationId="{7E772E34-D96A-4343-AD01-35B79CC1D3C3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5" creationId="{9279422D-1D92-7741-B534-5F043A4FB32A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6" creationId="{FA7D4ABF-69BB-B048-B281-970A3F42B037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7" creationId="{B23F1AFF-9425-8541-BDEB-75B9B26EBDE5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8" creationId="{8E48447B-A6C1-CA4D-A462-6C8DB218A90E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39" creationId="{CBB0D29B-FD95-A845-B034-C2220A6FBB8D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40" creationId="{3BFD0904-074F-5144-87EE-9008D2A1CE65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41" creationId="{B59F8FDB-82EC-294A-B7D8-2B2739C9D81E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42" creationId="{510D30E1-13D9-5C47-A6BE-7DCDF6E06914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43" creationId="{A8C39A41-0492-274F-9C36-90F4920FD659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44" creationId="{E93BBC60-8E0D-544D-A203-821DEEDB34C7}"/>
          </ac:spMkLst>
        </pc:spChg>
        <pc:spChg chg="mod">
          <ac:chgData name="Wang Sining" userId="704a977d29132bd8" providerId="LiveId" clId="{AD7D701E-6F2A-1D44-A335-D5E74E4DE931}" dt="2021-10-26T02:08:52.622" v="2648" actId="1076"/>
          <ac:spMkLst>
            <pc:docMk/>
            <pc:sldMk cId="3048746979" sldId="280"/>
            <ac:spMk id="45" creationId="{C7EDBAC3-8D63-AF43-85DF-68CBF51422EB}"/>
          </ac:spMkLst>
        </pc:spChg>
        <pc:grpChg chg="add del">
          <ac:chgData name="Wang Sining" userId="704a977d29132bd8" providerId="LiveId" clId="{AD7D701E-6F2A-1D44-A335-D5E74E4DE931}" dt="2021-10-26T02:19:21.544" v="2941" actId="478"/>
          <ac:grpSpMkLst>
            <pc:docMk/>
            <pc:sldMk cId="3048746979" sldId="280"/>
            <ac:grpSpMk id="14" creationId="{AF4D5969-CED7-C04D-807E-9B20BBFE4428}"/>
          </ac:grpSpMkLst>
        </pc:grpChg>
        <pc:grpChg chg="add mod">
          <ac:chgData name="Wang Sining" userId="704a977d29132bd8" providerId="LiveId" clId="{AD7D701E-6F2A-1D44-A335-D5E74E4DE931}" dt="2021-10-26T02:09:04.778" v="2649" actId="167"/>
          <ac:grpSpMkLst>
            <pc:docMk/>
            <pc:sldMk cId="3048746979" sldId="280"/>
            <ac:grpSpMk id="26" creationId="{82F69B27-4D44-4649-B76D-8C79CAF9DC43}"/>
          </ac:grpSpMkLst>
        </pc:grpChg>
        <pc:cxnChg chg="mod">
          <ac:chgData name="Wang Sining" userId="704a977d29132bd8" providerId="LiveId" clId="{AD7D701E-6F2A-1D44-A335-D5E74E4DE931}" dt="2021-10-26T02:08:52.622" v="2648" actId="1076"/>
          <ac:cxnSpMkLst>
            <pc:docMk/>
            <pc:sldMk cId="3048746979" sldId="280"/>
            <ac:cxnSpMk id="46" creationId="{826829C1-63DA-E74C-84ED-7C681AD5FA95}"/>
          </ac:cxnSpMkLst>
        </pc:cxnChg>
      </pc:sldChg>
      <pc:sldChg chg="addSp delSp modSp add mod ord">
        <pc:chgData name="Wang Sining" userId="704a977d29132bd8" providerId="LiveId" clId="{AD7D701E-6F2A-1D44-A335-D5E74E4DE931}" dt="2021-10-26T02:23:28.945" v="2959" actId="20577"/>
        <pc:sldMkLst>
          <pc:docMk/>
          <pc:sldMk cId="2369853937" sldId="281"/>
        </pc:sldMkLst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27" creationId="{38BD4D48-2A95-1342-844C-877D25486CDD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28" creationId="{DBC60D35-5B96-FF47-B56C-CBEB5C4DEF18}"/>
          </ac:spMkLst>
        </pc:spChg>
        <pc:spChg chg="mod">
          <ac:chgData name="Wang Sining" userId="704a977d29132bd8" providerId="LiveId" clId="{AD7D701E-6F2A-1D44-A335-D5E74E4DE931}" dt="2021-10-26T02:23:28.945" v="2959" actId="20577"/>
          <ac:spMkLst>
            <pc:docMk/>
            <pc:sldMk cId="2369853937" sldId="281"/>
            <ac:spMk id="29" creationId="{F22DA972-F849-6142-8F89-4E26223FAB27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0" creationId="{88D0F72D-E545-6842-BC25-7B97989931A0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1" creationId="{DAB631C5-BFF4-DB43-98AB-3A2422AB1299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2" creationId="{6A360DF0-7851-674D-BDA8-E174BD0ADE0D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3" creationId="{BDC7DA60-994C-7443-8EB0-877C359752EB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4" creationId="{C51625A1-EB7E-154C-8DBC-A94ECC1B2C4F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5" creationId="{A10F3B17-1E56-5D48-A196-D388639EE47A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6" creationId="{B6A18315-EB0A-B045-BA4D-A82DF4332856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7" creationId="{6BF5919F-B847-7B46-AD23-1D552F2312A1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8" creationId="{2D81E302-D9EB-F247-9515-304436D6D911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39" creationId="{D94EB340-8738-E842-B299-009E0C1089DB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40" creationId="{208A135D-179C-CB45-9BA6-F6C59700D42A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41" creationId="{181F9B45-4B6D-6E4E-80A0-8EEB8F70558C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42" creationId="{4A09448E-5A67-5045-80FF-B3B7C47EB60C}"/>
          </ac:spMkLst>
        </pc:spChg>
        <pc:spChg chg="mod">
          <ac:chgData name="Wang Sining" userId="704a977d29132bd8" providerId="LiveId" clId="{AD7D701E-6F2A-1D44-A335-D5E74E4DE931}" dt="2021-10-26T02:09:59.763" v="2657" actId="1076"/>
          <ac:spMkLst>
            <pc:docMk/>
            <pc:sldMk cId="2369853937" sldId="281"/>
            <ac:spMk id="43" creationId="{B8C4694A-81E6-F941-9596-32DAF4A806CF}"/>
          </ac:spMkLst>
        </pc:spChg>
        <pc:grpChg chg="del">
          <ac:chgData name="Wang Sining" userId="704a977d29132bd8" providerId="LiveId" clId="{AD7D701E-6F2A-1D44-A335-D5E74E4DE931}" dt="2021-10-26T02:10:08.130" v="2659" actId="478"/>
          <ac:grpSpMkLst>
            <pc:docMk/>
            <pc:sldMk cId="2369853937" sldId="281"/>
            <ac:grpSpMk id="14" creationId="{AF4D5969-CED7-C04D-807E-9B20BBFE4428}"/>
          </ac:grpSpMkLst>
        </pc:grpChg>
        <pc:grpChg chg="add mod">
          <ac:chgData name="Wang Sining" userId="704a977d29132bd8" providerId="LiveId" clId="{AD7D701E-6F2A-1D44-A335-D5E74E4DE931}" dt="2021-10-26T02:10:04.369" v="2658" actId="167"/>
          <ac:grpSpMkLst>
            <pc:docMk/>
            <pc:sldMk cId="2369853937" sldId="281"/>
            <ac:grpSpMk id="26" creationId="{4287839A-7C80-9346-B9FB-A47930AEE1CB}"/>
          </ac:grpSpMkLst>
        </pc:grpChg>
      </pc:sldChg>
      <pc:sldChg chg="addSp delSp modSp add mod ord">
        <pc:chgData name="Wang Sining" userId="704a977d29132bd8" providerId="LiveId" clId="{AD7D701E-6F2A-1D44-A335-D5E74E4DE931}" dt="2021-10-26T02:29:17.130" v="2968" actId="20577"/>
        <pc:sldMkLst>
          <pc:docMk/>
          <pc:sldMk cId="388307033" sldId="282"/>
        </pc:sldMkLst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27" creationId="{F7471EF0-381D-5C4C-A2D9-A0E697F92CAA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28" creationId="{C7C5FEA4-F7E2-C240-9C76-07A282999272}"/>
          </ac:spMkLst>
        </pc:spChg>
        <pc:spChg chg="mod">
          <ac:chgData name="Wang Sining" userId="704a977d29132bd8" providerId="LiveId" clId="{AD7D701E-6F2A-1D44-A335-D5E74E4DE931}" dt="2021-10-26T02:29:17.130" v="2968" actId="20577"/>
          <ac:spMkLst>
            <pc:docMk/>
            <pc:sldMk cId="388307033" sldId="282"/>
            <ac:spMk id="29" creationId="{7CC92995-C1BE-6041-A542-F6D61DAD8AB5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0" creationId="{36FEF672-165B-7849-A3F2-66073B255A53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1" creationId="{FFBA9F75-4F5B-0F47-93C1-2A5DEF4CD43E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2" creationId="{624978E4-04D2-F542-AF1E-EE7B33569CF8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3" creationId="{359BE513-F3BB-FF47-B476-CA065FD569EF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4" creationId="{7A33E7F9-4E94-DA43-8FEF-E074D2A0B02F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5" creationId="{3935B683-19C9-724E-835F-7FA5DA97E256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6" creationId="{A9209014-6733-AC44-AE41-92AD89342E16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7" creationId="{566E2028-6330-544D-94B0-F0A2F2142BAF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8" creationId="{B91492F0-B43B-7947-B0F8-C3AA91620BAE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39" creationId="{586DD7ED-7599-F84D-A161-16D6A4D1F6FF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40" creationId="{4C640725-FA01-2946-9632-B2C9C0FE43D3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41" creationId="{85FFDB69-269A-1D42-AC49-5C0E5EF319F8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42" creationId="{780BF511-E946-274E-8E17-CD8094858FA4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43" creationId="{93187652-C00B-0C46-A304-7BC9BF46BFB2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44" creationId="{B8021901-E918-B648-9068-DF7157EB81CC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45" creationId="{542A1713-0116-E84C-975F-4B86943879DA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47" creationId="{DCB2C2C0-54AA-5E40-B9CC-934475F2B11D}"/>
          </ac:spMkLst>
        </pc:spChg>
        <pc:spChg chg="mod">
          <ac:chgData name="Wang Sining" userId="704a977d29132bd8" providerId="LiveId" clId="{AD7D701E-6F2A-1D44-A335-D5E74E4DE931}" dt="2021-10-26T02:11:05.360" v="2664" actId="1076"/>
          <ac:spMkLst>
            <pc:docMk/>
            <pc:sldMk cId="388307033" sldId="282"/>
            <ac:spMk id="48" creationId="{05A72F27-1BE0-764F-8FF2-4C0E74A0FAE2}"/>
          </ac:spMkLst>
        </pc:spChg>
        <pc:grpChg chg="del">
          <ac:chgData name="Wang Sining" userId="704a977d29132bd8" providerId="LiveId" clId="{AD7D701E-6F2A-1D44-A335-D5E74E4DE931}" dt="2021-10-26T02:11:10.572" v="2666" actId="478"/>
          <ac:grpSpMkLst>
            <pc:docMk/>
            <pc:sldMk cId="388307033" sldId="282"/>
            <ac:grpSpMk id="14" creationId="{AF4D5969-CED7-C04D-807E-9B20BBFE4428}"/>
          </ac:grpSpMkLst>
        </pc:grpChg>
        <pc:grpChg chg="add mod">
          <ac:chgData name="Wang Sining" userId="704a977d29132bd8" providerId="LiveId" clId="{AD7D701E-6F2A-1D44-A335-D5E74E4DE931}" dt="2021-10-26T02:11:07.851" v="2665" actId="167"/>
          <ac:grpSpMkLst>
            <pc:docMk/>
            <pc:sldMk cId="388307033" sldId="282"/>
            <ac:grpSpMk id="26" creationId="{85AD9CF6-F9C9-F545-BDB4-11D5B0617A88}"/>
          </ac:grpSpMkLst>
        </pc:grpChg>
        <pc:cxnChg chg="mod">
          <ac:chgData name="Wang Sining" userId="704a977d29132bd8" providerId="LiveId" clId="{AD7D701E-6F2A-1D44-A335-D5E74E4DE931}" dt="2021-10-26T02:11:05.360" v="2664" actId="1076"/>
          <ac:cxnSpMkLst>
            <pc:docMk/>
            <pc:sldMk cId="388307033" sldId="282"/>
            <ac:cxnSpMk id="46" creationId="{C8784B73-9A56-E042-8151-C508AA4FAA7F}"/>
          </ac:cxnSpMkLst>
        </pc:cxnChg>
      </pc:sldChg>
      <pc:sldChg chg="addSp delSp modSp add mod">
        <pc:chgData name="Wang Sining" userId="704a977d29132bd8" providerId="LiveId" clId="{AD7D701E-6F2A-1D44-A335-D5E74E4DE931}" dt="2021-10-26T02:29:30.902" v="2977" actId="20577"/>
        <pc:sldMkLst>
          <pc:docMk/>
          <pc:sldMk cId="2047309067" sldId="283"/>
        </pc:sldMkLst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27" creationId="{CDF431D3-4C5D-9C43-B57E-03350661CF76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28" creationId="{BBEE7140-C101-C146-9662-6C7FB00EC57C}"/>
          </ac:spMkLst>
        </pc:spChg>
        <pc:spChg chg="mod">
          <ac:chgData name="Wang Sining" userId="704a977d29132bd8" providerId="LiveId" clId="{AD7D701E-6F2A-1D44-A335-D5E74E4DE931}" dt="2021-10-26T02:29:30.902" v="2977" actId="20577"/>
          <ac:spMkLst>
            <pc:docMk/>
            <pc:sldMk cId="2047309067" sldId="283"/>
            <ac:spMk id="29" creationId="{B2750D3F-6C00-364A-AC1F-485F1D2E84F0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0" creationId="{FF74A8FF-276B-8E40-8DCB-830A7CD0C4DD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1" creationId="{DBBBE751-73E2-C246-94AA-EFF7F536E840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2" creationId="{78FBE842-F3C9-EA4D-84A8-3503B46C7FF9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3" creationId="{29311AC6-B007-7A4B-8996-A6BBF4922013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4" creationId="{6A9DE2CE-6751-0B4C-9005-22613FFB8E35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5" creationId="{8A428B26-7224-5143-9CEA-FD559922EC14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6" creationId="{195BDE4D-BE77-1D48-9EAC-B6B8B285AC05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7" creationId="{972B2AAA-FD6B-7C4B-8C8F-DDE19F21A72A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8" creationId="{B0E0B756-39D8-054B-9F36-FADF142CAEAC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39" creationId="{21DA3A11-29A2-3C49-9AE3-4B3984D5621F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0" creationId="{0FC811ED-ECEC-A740-B024-B823AFA96163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1" creationId="{990AF13F-A5A1-B148-8A10-EBC9F1BD3405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2" creationId="{52560E29-0928-A945-B29A-E22918D96CB4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3" creationId="{4B742DB6-9E17-2045-8808-3DA38C1CBA4B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4" creationId="{4B2DC758-18CE-254E-9081-A5942243141D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5" creationId="{877FAB69-A883-7D42-9BCB-2F80AB82E47D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6" creationId="{022B0838-318E-724D-8753-05F8C7D7BE5B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7" creationId="{3248C306-563A-5349-9113-166F4F2B159B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8" creationId="{4D8BD16F-1EC8-EA4B-93C1-DCA1762F93EB}"/>
          </ac:spMkLst>
        </pc:spChg>
        <pc:spChg chg="mod">
          <ac:chgData name="Wang Sining" userId="704a977d29132bd8" providerId="LiveId" clId="{AD7D701E-6F2A-1D44-A335-D5E74E4DE931}" dt="2021-10-26T02:12:06.109" v="2674" actId="1076"/>
          <ac:spMkLst>
            <pc:docMk/>
            <pc:sldMk cId="2047309067" sldId="283"/>
            <ac:spMk id="49" creationId="{58587100-12A7-3F4F-BEDE-979B25150FF8}"/>
          </ac:spMkLst>
        </pc:spChg>
        <pc:grpChg chg="del">
          <ac:chgData name="Wang Sining" userId="704a977d29132bd8" providerId="LiveId" clId="{AD7D701E-6F2A-1D44-A335-D5E74E4DE931}" dt="2021-10-26T02:12:11.853" v="2676" actId="478"/>
          <ac:grpSpMkLst>
            <pc:docMk/>
            <pc:sldMk cId="2047309067" sldId="283"/>
            <ac:grpSpMk id="14" creationId="{AF4D5969-CED7-C04D-807E-9B20BBFE4428}"/>
          </ac:grpSpMkLst>
        </pc:grpChg>
        <pc:grpChg chg="add mod">
          <ac:chgData name="Wang Sining" userId="704a977d29132bd8" providerId="LiveId" clId="{AD7D701E-6F2A-1D44-A335-D5E74E4DE931}" dt="2021-10-26T02:12:08.746" v="2675" actId="167"/>
          <ac:grpSpMkLst>
            <pc:docMk/>
            <pc:sldMk cId="2047309067" sldId="283"/>
            <ac:grpSpMk id="26" creationId="{944B6588-A025-244D-95B4-A332BE42464D}"/>
          </ac:grpSpMkLst>
        </pc:grpChg>
      </pc:sldChg>
      <pc:sldChg chg="del">
        <pc:chgData name="Wang Sining" userId="704a977d29132bd8" providerId="LiveId" clId="{AD7D701E-6F2A-1D44-A335-D5E74E4DE931}" dt="2021-10-25T23:57:08.783" v="70" actId="2696"/>
        <pc:sldMkLst>
          <pc:docMk/>
          <pc:sldMk cId="702539200" sldId="284"/>
        </pc:sldMkLst>
      </pc:sldChg>
      <pc:sldChg chg="modSp new mod modNotesTx">
        <pc:chgData name="Wang Sining" userId="704a977d29132bd8" providerId="LiveId" clId="{AD7D701E-6F2A-1D44-A335-D5E74E4DE931}" dt="2021-10-26T02:14:54.276" v="2824" actId="14100"/>
        <pc:sldMkLst>
          <pc:docMk/>
          <pc:sldMk cId="1119564543" sldId="284"/>
        </pc:sldMkLst>
        <pc:spChg chg="mod">
          <ac:chgData name="Wang Sining" userId="704a977d29132bd8" providerId="LiveId" clId="{AD7D701E-6F2A-1D44-A335-D5E74E4DE931}" dt="2021-10-26T02:14:54.276" v="2824" actId="14100"/>
          <ac:spMkLst>
            <pc:docMk/>
            <pc:sldMk cId="1119564543" sldId="284"/>
            <ac:spMk id="2" creationId="{D35E65E4-4B9E-254B-B8FC-23CFCDD59E68}"/>
          </ac:spMkLst>
        </pc:spChg>
        <pc:spChg chg="mod">
          <ac:chgData name="Wang Sining" userId="704a977d29132bd8" providerId="LiveId" clId="{AD7D701E-6F2A-1D44-A335-D5E74E4DE931}" dt="2021-10-26T02:12:38.566" v="2699" actId="20577"/>
          <ac:spMkLst>
            <pc:docMk/>
            <pc:sldMk cId="1119564543" sldId="284"/>
            <ac:spMk id="4" creationId="{CC0941D5-08B6-414F-B1E4-3FD8EE53B909}"/>
          </ac:spMkLst>
        </pc:spChg>
      </pc:sldChg>
      <pc:sldChg chg="addSp delSp modSp new mod">
        <pc:chgData name="Wang Sining" userId="704a977d29132bd8" providerId="LiveId" clId="{AD7D701E-6F2A-1D44-A335-D5E74E4DE931}" dt="2021-10-26T02:30:06.736" v="2997" actId="20577"/>
        <pc:sldMkLst>
          <pc:docMk/>
          <pc:sldMk cId="248663146" sldId="285"/>
        </pc:sldMkLst>
        <pc:spChg chg="del">
          <ac:chgData name="Wang Sining" userId="704a977d29132bd8" providerId="LiveId" clId="{AD7D701E-6F2A-1D44-A335-D5E74E4DE931}" dt="2021-10-26T02:29:58.554" v="2980" actId="478"/>
          <ac:spMkLst>
            <pc:docMk/>
            <pc:sldMk cId="248663146" sldId="285"/>
            <ac:spMk id="2" creationId="{059AB34D-736C-F948-9F50-A31107D4420D}"/>
          </ac:spMkLst>
        </pc:spChg>
        <pc:spChg chg="mod">
          <ac:chgData name="Wang Sining" userId="704a977d29132bd8" providerId="LiveId" clId="{AD7D701E-6F2A-1D44-A335-D5E74E4DE931}" dt="2021-10-26T02:30:06.736" v="2997" actId="20577"/>
          <ac:spMkLst>
            <pc:docMk/>
            <pc:sldMk cId="248663146" sldId="285"/>
            <ac:spMk id="4" creationId="{13CF5955-BF00-5844-8B5D-7EA82727A5DB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6" creationId="{8ADC9F56-06B3-C744-8BBD-75EC5C53D75A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7" creationId="{B95D50DA-9651-5A4F-8BD0-A0E9E9D45D3A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8" creationId="{500A67A6-A6B0-8A44-AA10-26111C24D180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9" creationId="{9299DF12-7D33-EA46-8299-3B4B5D9B104F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11" creationId="{8B6F8278-7CE4-2A40-B019-D97C8C556FF4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12" creationId="{1937F785-802A-9943-AB13-19D316016049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13" creationId="{7F0221E8-B169-584A-9F7E-38513BC51A91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14" creationId="{29A1B1BB-54ED-F640-A177-36F77F5FD7E4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15" creationId="{9E3D4A98-B192-4B42-A86B-35EA8FC80BDF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16" creationId="{A7696E17-D2B2-144D-9B06-87A48532BBE7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17" creationId="{A680EE56-4313-1D49-BDCA-61B61A7FB806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19" creationId="{0E5C7C38-D17F-8A4A-BA6C-A9B493BCB9F1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20" creationId="{DE245C14-B256-3B44-8500-8CF36844786E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21" creationId="{5150B0D8-87CF-AF40-9608-A5B9ABB93D78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22" creationId="{B6154ABA-F1DF-2F4C-B73F-B7A7296B6DCE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23" creationId="{C718CB85-F3A8-9249-9BCF-F5CA56A85D40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24" creationId="{8618D0F8-884F-4E45-9B01-FCDF702AFF3E}"/>
          </ac:spMkLst>
        </pc:spChg>
        <pc:spChg chg="mod">
          <ac:chgData name="Wang Sining" userId="704a977d29132bd8" providerId="LiveId" clId="{AD7D701E-6F2A-1D44-A335-D5E74E4DE931}" dt="2021-10-26T02:30:02.222" v="2981" actId="1076"/>
          <ac:spMkLst>
            <pc:docMk/>
            <pc:sldMk cId="248663146" sldId="285"/>
            <ac:spMk id="25" creationId="{8E6D676C-60AA-7840-AAED-87CDA1EB48EC}"/>
          </ac:spMkLst>
        </pc:spChg>
        <pc:grpChg chg="add mod">
          <ac:chgData name="Wang Sining" userId="704a977d29132bd8" providerId="LiveId" clId="{AD7D701E-6F2A-1D44-A335-D5E74E4DE931}" dt="2021-10-26T02:30:02.222" v="2981" actId="1076"/>
          <ac:grpSpMkLst>
            <pc:docMk/>
            <pc:sldMk cId="248663146" sldId="285"/>
            <ac:grpSpMk id="5" creationId="{9886B307-8B05-6B40-A6B4-CCF3B525E4B6}"/>
          </ac:grpSpMkLst>
        </pc:grpChg>
        <pc:grpChg chg="mod">
          <ac:chgData name="Wang Sining" userId="704a977d29132bd8" providerId="LiveId" clId="{AD7D701E-6F2A-1D44-A335-D5E74E4DE931}" dt="2021-10-26T02:30:02.222" v="2981" actId="1076"/>
          <ac:grpSpMkLst>
            <pc:docMk/>
            <pc:sldMk cId="248663146" sldId="285"/>
            <ac:grpSpMk id="10" creationId="{E79AA171-1E51-604A-813D-CFBA5217F5CD}"/>
          </ac:grpSpMkLst>
        </pc:grpChg>
        <pc:cxnChg chg="mod">
          <ac:chgData name="Wang Sining" userId="704a977d29132bd8" providerId="LiveId" clId="{AD7D701E-6F2A-1D44-A335-D5E74E4DE931}" dt="2021-10-26T02:30:02.222" v="2981" actId="1076"/>
          <ac:cxnSpMkLst>
            <pc:docMk/>
            <pc:sldMk cId="248663146" sldId="285"/>
            <ac:cxnSpMk id="18" creationId="{6F7F1F96-97C3-3841-A7DD-C7AEE470A2BE}"/>
          </ac:cxnSpMkLst>
        </pc:cxnChg>
      </pc:sldChg>
      <pc:sldChg chg="del">
        <pc:chgData name="Wang Sining" userId="704a977d29132bd8" providerId="LiveId" clId="{AD7D701E-6F2A-1D44-A335-D5E74E4DE931}" dt="2021-10-25T23:57:08.964" v="71" actId="2696"/>
        <pc:sldMkLst>
          <pc:docMk/>
          <pc:sldMk cId="2152356283" sldId="285"/>
        </pc:sldMkLst>
      </pc:sldChg>
      <pc:sldChg chg="modSp new mod">
        <pc:chgData name="Wang Sining" userId="704a977d29132bd8" providerId="LiveId" clId="{AD7D701E-6F2A-1D44-A335-D5E74E4DE931}" dt="2021-10-26T15:10:16.201" v="3168" actId="20577"/>
        <pc:sldMkLst>
          <pc:docMk/>
          <pc:sldMk cId="3310287083" sldId="286"/>
        </pc:sldMkLst>
        <pc:spChg chg="mod">
          <ac:chgData name="Wang Sining" userId="704a977d29132bd8" providerId="LiveId" clId="{AD7D701E-6F2A-1D44-A335-D5E74E4DE931}" dt="2021-10-26T15:10:16.201" v="3168" actId="20577"/>
          <ac:spMkLst>
            <pc:docMk/>
            <pc:sldMk cId="3310287083" sldId="286"/>
            <ac:spMk id="2" creationId="{A725C458-3B5C-4E4F-99E1-3FE365A67FFF}"/>
          </ac:spMkLst>
        </pc:spChg>
        <pc:spChg chg="mod">
          <ac:chgData name="Wang Sining" userId="704a977d29132bd8" providerId="LiveId" clId="{AD7D701E-6F2A-1D44-A335-D5E74E4DE931}" dt="2021-10-26T02:35:41.008" v="3013" actId="20577"/>
          <ac:spMkLst>
            <pc:docMk/>
            <pc:sldMk cId="3310287083" sldId="286"/>
            <ac:spMk id="4" creationId="{997FC6F8-68FF-F946-BB6C-AC7601EF76C3}"/>
          </ac:spMkLst>
        </pc:spChg>
      </pc:sldChg>
      <pc:sldChg chg="del">
        <pc:chgData name="Wang Sining" userId="704a977d29132bd8" providerId="LiveId" clId="{AD7D701E-6F2A-1D44-A335-D5E74E4DE931}" dt="2021-10-25T23:55:42.456" v="7" actId="2696"/>
        <pc:sldMkLst>
          <pc:docMk/>
          <pc:sldMk cId="3426263338" sldId="286"/>
        </pc:sldMkLst>
      </pc:sldChg>
      <pc:sldChg chg="addSp delSp modSp new mod">
        <pc:chgData name="Wang Sining" userId="704a977d29132bd8" providerId="LiveId" clId="{AD7D701E-6F2A-1D44-A335-D5E74E4DE931}" dt="2021-10-26T02:37:36.058" v="3121" actId="1076"/>
        <pc:sldMkLst>
          <pc:docMk/>
          <pc:sldMk cId="443148093" sldId="287"/>
        </pc:sldMkLst>
        <pc:spChg chg="del">
          <ac:chgData name="Wang Sining" userId="704a977d29132bd8" providerId="LiveId" clId="{AD7D701E-6F2A-1D44-A335-D5E74E4DE931}" dt="2021-10-26T02:37:33.269" v="3119" actId="478"/>
          <ac:spMkLst>
            <pc:docMk/>
            <pc:sldMk cId="443148093" sldId="287"/>
            <ac:spMk id="2" creationId="{6EF212DA-754F-B949-A476-8954723FD66A}"/>
          </ac:spMkLst>
        </pc:spChg>
        <pc:spChg chg="mod">
          <ac:chgData name="Wang Sining" userId="704a977d29132bd8" providerId="LiveId" clId="{AD7D701E-6F2A-1D44-A335-D5E74E4DE931}" dt="2021-10-26T02:37:25.687" v="3118" actId="14100"/>
          <ac:spMkLst>
            <pc:docMk/>
            <pc:sldMk cId="443148093" sldId="287"/>
            <ac:spMk id="4" creationId="{9BCA0510-B2C6-434C-8ABD-EE66877FDDED}"/>
          </ac:spMkLst>
        </pc:spChg>
        <pc:picChg chg="add mod">
          <ac:chgData name="Wang Sining" userId="704a977d29132bd8" providerId="LiveId" clId="{AD7D701E-6F2A-1D44-A335-D5E74E4DE931}" dt="2021-10-26T02:37:36.058" v="3121" actId="1076"/>
          <ac:picMkLst>
            <pc:docMk/>
            <pc:sldMk cId="443148093" sldId="287"/>
            <ac:picMk id="5" creationId="{8FE7156F-ADFE-3B44-9CEF-F1669E5DA5EE}"/>
          </ac:picMkLst>
        </pc:picChg>
        <pc:picChg chg="add mod">
          <ac:chgData name="Wang Sining" userId="704a977d29132bd8" providerId="LiveId" clId="{AD7D701E-6F2A-1D44-A335-D5E74E4DE931}" dt="2021-10-26T02:37:36.058" v="3121" actId="1076"/>
          <ac:picMkLst>
            <pc:docMk/>
            <pc:sldMk cId="443148093" sldId="287"/>
            <ac:picMk id="6" creationId="{E6954D81-4E73-FE4A-B6D7-7374ED1197B2}"/>
          </ac:picMkLst>
        </pc:picChg>
      </pc:sldChg>
      <pc:sldChg chg="del">
        <pc:chgData name="Wang Sining" userId="704a977d29132bd8" providerId="LiveId" clId="{AD7D701E-6F2A-1D44-A335-D5E74E4DE931}" dt="2021-10-25T23:55:42.898" v="8" actId="2696"/>
        <pc:sldMkLst>
          <pc:docMk/>
          <pc:sldMk cId="3705123714" sldId="287"/>
        </pc:sldMkLst>
      </pc:sldChg>
      <pc:sldChg chg="del">
        <pc:chgData name="Wang Sining" userId="704a977d29132bd8" providerId="LiveId" clId="{AD7D701E-6F2A-1D44-A335-D5E74E4DE931}" dt="2021-10-25T23:55:43.338" v="9" actId="2696"/>
        <pc:sldMkLst>
          <pc:docMk/>
          <pc:sldMk cId="564743131" sldId="288"/>
        </pc:sldMkLst>
      </pc:sldChg>
      <pc:sldChg chg="modSp new mod ord">
        <pc:chgData name="Wang Sining" userId="704a977d29132bd8" providerId="LiveId" clId="{AD7D701E-6F2A-1D44-A335-D5E74E4DE931}" dt="2021-10-26T16:48:55.126" v="4397" actId="1076"/>
        <pc:sldMkLst>
          <pc:docMk/>
          <pc:sldMk cId="2065761106" sldId="288"/>
        </pc:sldMkLst>
        <pc:spChg chg="mod">
          <ac:chgData name="Wang Sining" userId="704a977d29132bd8" providerId="LiveId" clId="{AD7D701E-6F2A-1D44-A335-D5E74E4DE931}" dt="2021-10-26T16:48:55.126" v="4397" actId="1076"/>
          <ac:spMkLst>
            <pc:docMk/>
            <pc:sldMk cId="2065761106" sldId="288"/>
            <ac:spMk id="2" creationId="{8428BC75-086B-BC4A-AB53-629E30CF665F}"/>
          </ac:spMkLst>
        </pc:spChg>
        <pc:spChg chg="mod">
          <ac:chgData name="Wang Sining" userId="704a977d29132bd8" providerId="LiveId" clId="{AD7D701E-6F2A-1D44-A335-D5E74E4DE931}" dt="2021-10-26T15:15:56.292" v="3188" actId="20577"/>
          <ac:spMkLst>
            <pc:docMk/>
            <pc:sldMk cId="2065761106" sldId="288"/>
            <ac:spMk id="4" creationId="{F24130E4-A382-514A-9A9F-9865E9C40B8B}"/>
          </ac:spMkLst>
        </pc:spChg>
      </pc:sldChg>
      <pc:sldChg chg="addSp modSp new mod">
        <pc:chgData name="Wang Sining" userId="704a977d29132bd8" providerId="LiveId" clId="{AD7D701E-6F2A-1D44-A335-D5E74E4DE931}" dt="2021-10-26T16:10:06.901" v="4072" actId="20577"/>
        <pc:sldMkLst>
          <pc:docMk/>
          <pc:sldMk cId="2910797431" sldId="289"/>
        </pc:sldMkLst>
        <pc:spChg chg="mod">
          <ac:chgData name="Wang Sining" userId="704a977d29132bd8" providerId="LiveId" clId="{AD7D701E-6F2A-1D44-A335-D5E74E4DE931}" dt="2021-10-26T15:59:37.600" v="3763" actId="20577"/>
          <ac:spMkLst>
            <pc:docMk/>
            <pc:sldMk cId="2910797431" sldId="289"/>
            <ac:spMk id="2" creationId="{EAB3B30A-7A50-654A-A37A-633D913A8312}"/>
          </ac:spMkLst>
        </pc:spChg>
        <pc:spChg chg="mod">
          <ac:chgData name="Wang Sining" userId="704a977d29132bd8" providerId="LiveId" clId="{AD7D701E-6F2A-1D44-A335-D5E74E4DE931}" dt="2021-10-26T16:10:06.901" v="4072" actId="20577"/>
          <ac:spMkLst>
            <pc:docMk/>
            <pc:sldMk cId="2910797431" sldId="289"/>
            <ac:spMk id="4" creationId="{DD2312A7-6D38-8A48-845F-6680D659F36A}"/>
          </ac:spMkLst>
        </pc:spChg>
        <pc:spChg chg="add mod">
          <ac:chgData name="Wang Sining" userId="704a977d29132bd8" providerId="LiveId" clId="{AD7D701E-6F2A-1D44-A335-D5E74E4DE931}" dt="2021-10-26T16:01:07.252" v="3924" actId="20577"/>
          <ac:spMkLst>
            <pc:docMk/>
            <pc:sldMk cId="2910797431" sldId="289"/>
            <ac:spMk id="6" creationId="{84663822-B9BA-2E4D-9F58-8C6051A272E2}"/>
          </ac:spMkLst>
        </pc:spChg>
        <pc:spChg chg="add mod">
          <ac:chgData name="Wang Sining" userId="704a977d29132bd8" providerId="LiveId" clId="{AD7D701E-6F2A-1D44-A335-D5E74E4DE931}" dt="2021-10-26T16:03:11.574" v="3956" actId="1076"/>
          <ac:spMkLst>
            <pc:docMk/>
            <pc:sldMk cId="2910797431" sldId="289"/>
            <ac:spMk id="7" creationId="{4627D8A9-07BC-7E40-8208-A82BB609FCF3}"/>
          </ac:spMkLst>
        </pc:spChg>
      </pc:sldChg>
      <pc:sldChg chg="del">
        <pc:chgData name="Wang Sining" userId="704a977d29132bd8" providerId="LiveId" clId="{AD7D701E-6F2A-1D44-A335-D5E74E4DE931}" dt="2021-10-25T23:57:09.110" v="72" actId="2696"/>
        <pc:sldMkLst>
          <pc:docMk/>
          <pc:sldMk cId="3273775774" sldId="289"/>
        </pc:sldMkLst>
      </pc:sldChg>
      <pc:sldChg chg="del">
        <pc:chgData name="Wang Sining" userId="704a977d29132bd8" providerId="LiveId" clId="{AD7D701E-6F2A-1D44-A335-D5E74E4DE931}" dt="2021-10-25T23:57:09.445" v="74" actId="2696"/>
        <pc:sldMkLst>
          <pc:docMk/>
          <pc:sldMk cId="271221152" sldId="290"/>
        </pc:sldMkLst>
      </pc:sldChg>
      <pc:sldChg chg="addSp delSp modSp add mod">
        <pc:chgData name="Wang Sining" userId="704a977d29132bd8" providerId="LiveId" clId="{AD7D701E-6F2A-1D44-A335-D5E74E4DE931}" dt="2021-10-26T17:35:07.920" v="4399" actId="20577"/>
        <pc:sldMkLst>
          <pc:docMk/>
          <pc:sldMk cId="2336013054" sldId="290"/>
        </pc:sldMkLst>
        <pc:spChg chg="del">
          <ac:chgData name="Wang Sining" userId="704a977d29132bd8" providerId="LiveId" clId="{AD7D701E-6F2A-1D44-A335-D5E74E4DE931}" dt="2021-10-26T16:11:11.288" v="4096" actId="478"/>
          <ac:spMkLst>
            <pc:docMk/>
            <pc:sldMk cId="2336013054" sldId="290"/>
            <ac:spMk id="2" creationId="{EAB3B30A-7A50-654A-A37A-633D913A8312}"/>
          </ac:spMkLst>
        </pc:spChg>
        <pc:spChg chg="mod">
          <ac:chgData name="Wang Sining" userId="704a977d29132bd8" providerId="LiveId" clId="{AD7D701E-6F2A-1D44-A335-D5E74E4DE931}" dt="2021-10-26T16:11:03.302" v="4093" actId="20577"/>
          <ac:spMkLst>
            <pc:docMk/>
            <pc:sldMk cId="2336013054" sldId="290"/>
            <ac:spMk id="4" creationId="{DD2312A7-6D38-8A48-845F-6680D659F36A}"/>
          </ac:spMkLst>
        </pc:spChg>
        <pc:spChg chg="del mod">
          <ac:chgData name="Wang Sining" userId="704a977d29132bd8" providerId="LiveId" clId="{AD7D701E-6F2A-1D44-A335-D5E74E4DE931}" dt="2021-10-26T16:11:09.113" v="4095" actId="478"/>
          <ac:spMkLst>
            <pc:docMk/>
            <pc:sldMk cId="2336013054" sldId="290"/>
            <ac:spMk id="6" creationId="{84663822-B9BA-2E4D-9F58-8C6051A272E2}"/>
          </ac:spMkLst>
        </pc:spChg>
        <pc:spChg chg="mod">
          <ac:chgData name="Wang Sining" userId="704a977d29132bd8" providerId="LiveId" clId="{AD7D701E-6F2A-1D44-A335-D5E74E4DE931}" dt="2021-10-26T16:24:17.117" v="4300" actId="1076"/>
          <ac:spMkLst>
            <pc:docMk/>
            <pc:sldMk cId="2336013054" sldId="290"/>
            <ac:spMk id="7" creationId="{4627D8A9-07BC-7E40-8208-A82BB609FCF3}"/>
          </ac:spMkLst>
        </pc:spChg>
        <pc:spChg chg="add del mod">
          <ac:chgData name="Wang Sining" userId="704a977d29132bd8" providerId="LiveId" clId="{AD7D701E-6F2A-1D44-A335-D5E74E4DE931}" dt="2021-10-26T16:11:13.251" v="4097" actId="478"/>
          <ac:spMkLst>
            <pc:docMk/>
            <pc:sldMk cId="2336013054" sldId="290"/>
            <ac:spMk id="8" creationId="{4260569B-09DB-724A-ABD9-14B93B37EAB3}"/>
          </ac:spMkLst>
        </pc:spChg>
        <pc:spChg chg="add mod">
          <ac:chgData name="Wang Sining" userId="704a977d29132bd8" providerId="LiveId" clId="{AD7D701E-6F2A-1D44-A335-D5E74E4DE931}" dt="2021-10-26T16:24:26.001" v="4307" actId="20577"/>
          <ac:spMkLst>
            <pc:docMk/>
            <pc:sldMk cId="2336013054" sldId="290"/>
            <ac:spMk id="9" creationId="{3FB45484-531D-044B-91AA-BF19DF573E69}"/>
          </ac:spMkLst>
        </pc:spChg>
        <pc:spChg chg="add mod">
          <ac:chgData name="Wang Sining" userId="704a977d29132bd8" providerId="LiveId" clId="{AD7D701E-6F2A-1D44-A335-D5E74E4DE931}" dt="2021-10-26T16:24:22.564" v="4302" actId="1076"/>
          <ac:spMkLst>
            <pc:docMk/>
            <pc:sldMk cId="2336013054" sldId="290"/>
            <ac:spMk id="10" creationId="{F4FD70BE-0C76-0048-AB7B-F8E98E1DD7CC}"/>
          </ac:spMkLst>
        </pc:spChg>
        <pc:spChg chg="add mod">
          <ac:chgData name="Wang Sining" userId="704a977d29132bd8" providerId="LiveId" clId="{AD7D701E-6F2A-1D44-A335-D5E74E4DE931}" dt="2021-10-26T16:24:32.026" v="4309" actId="1076"/>
          <ac:spMkLst>
            <pc:docMk/>
            <pc:sldMk cId="2336013054" sldId="290"/>
            <ac:spMk id="11" creationId="{D3784C03-3618-6744-B850-8C39105F8E3A}"/>
          </ac:spMkLst>
        </pc:spChg>
        <pc:spChg chg="add del mod">
          <ac:chgData name="Wang Sining" userId="704a977d29132bd8" providerId="LiveId" clId="{AD7D701E-6F2A-1D44-A335-D5E74E4DE931}" dt="2021-10-26T16:24:42.240" v="4313" actId="22"/>
          <ac:spMkLst>
            <pc:docMk/>
            <pc:sldMk cId="2336013054" sldId="290"/>
            <ac:spMk id="13" creationId="{233A1CB7-7697-7D47-A70F-89D4EE5BBAA2}"/>
          </ac:spMkLst>
        </pc:spChg>
        <pc:spChg chg="add mod">
          <ac:chgData name="Wang Sining" userId="704a977d29132bd8" providerId="LiveId" clId="{AD7D701E-6F2A-1D44-A335-D5E74E4DE931}" dt="2021-10-26T17:35:07.920" v="4399" actId="20577"/>
          <ac:spMkLst>
            <pc:docMk/>
            <pc:sldMk cId="2336013054" sldId="290"/>
            <ac:spMk id="14" creationId="{82C20A72-54BB-EC47-B296-E70DA37F4757}"/>
          </ac:spMkLst>
        </pc:spChg>
      </pc:sldChg>
      <pc:sldChg chg="modSp new mod">
        <pc:chgData name="Wang Sining" userId="704a977d29132bd8" providerId="LiveId" clId="{AD7D701E-6F2A-1D44-A335-D5E74E4DE931}" dt="2021-10-26T18:12:19.801" v="4931" actId="15"/>
        <pc:sldMkLst>
          <pc:docMk/>
          <pc:sldMk cId="3639864126" sldId="291"/>
        </pc:sldMkLst>
        <pc:spChg chg="mod">
          <ac:chgData name="Wang Sining" userId="704a977d29132bd8" providerId="LiveId" clId="{AD7D701E-6F2A-1D44-A335-D5E74E4DE931}" dt="2021-10-26T18:12:19.801" v="4931" actId="15"/>
          <ac:spMkLst>
            <pc:docMk/>
            <pc:sldMk cId="3639864126" sldId="291"/>
            <ac:spMk id="2" creationId="{0DE1AB66-4DF0-CF41-8805-65159B572A70}"/>
          </ac:spMkLst>
        </pc:spChg>
        <pc:spChg chg="mod">
          <ac:chgData name="Wang Sining" userId="704a977d29132bd8" providerId="LiveId" clId="{AD7D701E-6F2A-1D44-A335-D5E74E4DE931}" dt="2021-10-26T18:08:10.966" v="4412" actId="20577"/>
          <ac:spMkLst>
            <pc:docMk/>
            <pc:sldMk cId="3639864126" sldId="291"/>
            <ac:spMk id="4" creationId="{0B8B35AD-AB1A-A342-90E9-C57D31A18C6B}"/>
          </ac:spMkLst>
        </pc:spChg>
      </pc:sldChg>
      <pc:sldChg chg="del">
        <pc:chgData name="Wang Sining" userId="704a977d29132bd8" providerId="LiveId" clId="{AD7D701E-6F2A-1D44-A335-D5E74E4DE931}" dt="2021-10-25T23:57:10.947" v="83" actId="2696"/>
        <pc:sldMkLst>
          <pc:docMk/>
          <pc:sldMk cId="316399395" sldId="292"/>
        </pc:sldMkLst>
      </pc:sldChg>
      <pc:sldChg chg="new del ord">
        <pc:chgData name="Wang Sining" userId="704a977d29132bd8" providerId="LiveId" clId="{AD7D701E-6F2A-1D44-A335-D5E74E4DE931}" dt="2021-10-26T18:12:35.211" v="4934" actId="2696"/>
        <pc:sldMkLst>
          <pc:docMk/>
          <pc:sldMk cId="1765536798" sldId="292"/>
        </pc:sldMkLst>
      </pc:sldChg>
      <pc:sldChg chg="addSp modSp add mod ord modNotes">
        <pc:chgData name="Wang Sining" userId="704a977d29132bd8" providerId="LiveId" clId="{AD7D701E-6F2A-1D44-A335-D5E74E4DE931}" dt="2021-10-26T18:14:23.918" v="4951" actId="20578"/>
        <pc:sldMkLst>
          <pc:docMk/>
          <pc:sldMk cId="2314259362" sldId="292"/>
        </pc:sldMkLst>
        <pc:picChg chg="add mod">
          <ac:chgData name="Wang Sining" userId="704a977d29132bd8" providerId="LiveId" clId="{AD7D701E-6F2A-1D44-A335-D5E74E4DE931}" dt="2021-10-26T18:14:20.108" v="4948"/>
          <ac:picMkLst>
            <pc:docMk/>
            <pc:sldMk cId="2314259362" sldId="292"/>
            <ac:picMk id="6" creationId="{2015C74F-058F-1F40-A3CC-260087D97E0B}"/>
          </ac:picMkLst>
        </pc:picChg>
      </pc:sldChg>
      <pc:sldChg chg="addSp delSp modSp new mod">
        <pc:chgData name="Wang Sining" userId="704a977d29132bd8" providerId="LiveId" clId="{AD7D701E-6F2A-1D44-A335-D5E74E4DE931}" dt="2021-10-26T18:29:37.906" v="4965" actId="14100"/>
        <pc:sldMkLst>
          <pc:docMk/>
          <pc:sldMk cId="652376066" sldId="293"/>
        </pc:sldMkLst>
        <pc:picChg chg="add mod">
          <ac:chgData name="Wang Sining" userId="704a977d29132bd8" providerId="LiveId" clId="{AD7D701E-6F2A-1D44-A335-D5E74E4DE931}" dt="2021-10-26T18:29:37.906" v="4965" actId="14100"/>
          <ac:picMkLst>
            <pc:docMk/>
            <pc:sldMk cId="652376066" sldId="293"/>
            <ac:picMk id="6" creationId="{8F25DF09-0B29-9D48-9014-8623298CFB5B}"/>
          </ac:picMkLst>
        </pc:picChg>
        <pc:picChg chg="add del mod">
          <ac:chgData name="Wang Sining" userId="704a977d29132bd8" providerId="LiveId" clId="{AD7D701E-6F2A-1D44-A335-D5E74E4DE931}" dt="2021-10-26T18:29:13.736" v="4961" actId="478"/>
          <ac:picMkLst>
            <pc:docMk/>
            <pc:sldMk cId="652376066" sldId="293"/>
            <ac:picMk id="8" creationId="{58D206D1-6E85-C04F-8D28-1EB856B4D3DF}"/>
          </ac:picMkLst>
        </pc:picChg>
        <pc:picChg chg="add del mod">
          <ac:chgData name="Wang Sining" userId="704a977d29132bd8" providerId="LiveId" clId="{AD7D701E-6F2A-1D44-A335-D5E74E4DE931}" dt="2021-10-26T18:29:12.095" v="4960" actId="478"/>
          <ac:picMkLst>
            <pc:docMk/>
            <pc:sldMk cId="652376066" sldId="293"/>
            <ac:picMk id="10" creationId="{AEFBC619-DAB7-A143-8488-CB675A11AB9B}"/>
          </ac:picMkLst>
        </pc:picChg>
      </pc:sldChg>
      <pc:sldChg chg="del">
        <pc:chgData name="Wang Sining" userId="704a977d29132bd8" providerId="LiveId" clId="{AD7D701E-6F2A-1D44-A335-D5E74E4DE931}" dt="2021-10-25T23:57:11.130" v="84" actId="2696"/>
        <pc:sldMkLst>
          <pc:docMk/>
          <pc:sldMk cId="1482667385" sldId="293"/>
        </pc:sldMkLst>
      </pc:sldChg>
      <pc:sldChg chg="del">
        <pc:chgData name="Wang Sining" userId="704a977d29132bd8" providerId="LiveId" clId="{AD7D701E-6F2A-1D44-A335-D5E74E4DE931}" dt="2021-10-25T23:57:11.291" v="85" actId="2696"/>
        <pc:sldMkLst>
          <pc:docMk/>
          <pc:sldMk cId="2303306858" sldId="294"/>
        </pc:sldMkLst>
      </pc:sldChg>
      <pc:sldChg chg="del">
        <pc:chgData name="Wang Sining" userId="704a977d29132bd8" providerId="LiveId" clId="{AD7D701E-6F2A-1D44-A335-D5E74E4DE931}" dt="2021-10-25T23:57:10.622" v="81" actId="2696"/>
        <pc:sldMkLst>
          <pc:docMk/>
          <pc:sldMk cId="1722457895" sldId="295"/>
        </pc:sldMkLst>
      </pc:sldChg>
      <pc:sldChg chg="del">
        <pc:chgData name="Wang Sining" userId="704a977d29132bd8" providerId="LiveId" clId="{AD7D701E-6F2A-1D44-A335-D5E74E4DE931}" dt="2021-10-25T23:57:10.123" v="78" actId="2696"/>
        <pc:sldMkLst>
          <pc:docMk/>
          <pc:sldMk cId="3508636966" sldId="296"/>
        </pc:sldMkLst>
      </pc:sldChg>
      <pc:sldChg chg="del">
        <pc:chgData name="Wang Sining" userId="704a977d29132bd8" providerId="LiveId" clId="{AD7D701E-6F2A-1D44-A335-D5E74E4DE931}" dt="2021-10-25T23:57:10.795" v="82" actId="2696"/>
        <pc:sldMkLst>
          <pc:docMk/>
          <pc:sldMk cId="3337331392" sldId="298"/>
        </pc:sldMkLst>
      </pc:sldChg>
      <pc:sldMasterChg chg="modSp mod modSldLayout">
        <pc:chgData name="Wang Sining" userId="704a977d29132bd8" providerId="LiveId" clId="{AD7D701E-6F2A-1D44-A335-D5E74E4DE931}" dt="2021-10-26T01:13:04.462" v="855" actId="14100"/>
        <pc:sldMasterMkLst>
          <pc:docMk/>
          <pc:sldMasterMk cId="0" sldId="2147483648"/>
        </pc:sldMasterMkLst>
        <pc:spChg chg="mod">
          <ac:chgData name="Wang Sining" userId="704a977d29132bd8" providerId="LiveId" clId="{AD7D701E-6F2A-1D44-A335-D5E74E4DE931}" dt="2021-10-26T01:13:04.462" v="855" actId="14100"/>
          <ac:spMkLst>
            <pc:docMk/>
            <pc:sldMasterMk cId="0" sldId="2147483648"/>
            <ac:spMk id="3" creationId="{00000000-0000-0000-0000-000000000000}"/>
          </ac:spMkLst>
        </pc:spChg>
        <pc:sldLayoutChg chg="addSp delSp modSp mod">
          <pc:chgData name="Wang Sining" userId="704a977d29132bd8" providerId="LiveId" clId="{AD7D701E-6F2A-1D44-A335-D5E74E4DE931}" dt="2021-10-25T23:56:10.133" v="13"/>
          <pc:sldLayoutMkLst>
            <pc:docMk/>
            <pc:sldMasterMk cId="0" sldId="2147483648"/>
            <pc:sldLayoutMk cId="0" sldId="2147483661"/>
          </pc:sldLayoutMkLst>
          <pc:spChg chg="del">
            <ac:chgData name="Wang Sining" userId="704a977d29132bd8" providerId="LiveId" clId="{AD7D701E-6F2A-1D44-A335-D5E74E4DE931}" dt="2021-10-25T23:56:09.848" v="12" actId="478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add mod">
            <ac:chgData name="Wang Sining" userId="704a977d29132bd8" providerId="LiveId" clId="{AD7D701E-6F2A-1D44-A335-D5E74E4DE931}" dt="2021-10-25T23:56:10.133" v="13"/>
            <ac:spMkLst>
              <pc:docMk/>
              <pc:sldMasterMk cId="0" sldId="2147483648"/>
              <pc:sldLayoutMk cId="0" sldId="2147483661"/>
              <ac:spMk id="7" creationId="{1F376892-9F34-9B4A-91F0-5563879506E0}"/>
            </ac:spMkLst>
          </pc:spChg>
        </pc:sldLayoutChg>
        <pc:sldLayoutChg chg="addSp modSp mod">
          <pc:chgData name="Wang Sining" userId="704a977d29132bd8" providerId="LiveId" clId="{AD7D701E-6F2A-1D44-A335-D5E74E4DE931}" dt="2021-10-26T01:12:56.102" v="854" actId="14100"/>
          <pc:sldLayoutMkLst>
            <pc:docMk/>
            <pc:sldMasterMk cId="0" sldId="2147483648"/>
            <pc:sldLayoutMk cId="0" sldId="2147483662"/>
          </pc:sldLayoutMkLst>
          <pc:spChg chg="mod">
            <ac:chgData name="Wang Sining" userId="704a977d29132bd8" providerId="LiveId" clId="{AD7D701E-6F2A-1D44-A335-D5E74E4DE931}" dt="2021-10-26T01:12:56.102" v="854" actId="14100"/>
            <ac:spMkLst>
              <pc:docMk/>
              <pc:sldMasterMk cId="0" sldId="2147483648"/>
              <pc:sldLayoutMk cId="0" sldId="2147483662"/>
              <ac:spMk id="3" creationId="{00000000-0000-0000-0000-000000000000}"/>
            </ac:spMkLst>
          </pc:spChg>
          <pc:spChg chg="add mod">
            <ac:chgData name="Wang Sining" userId="704a977d29132bd8" providerId="LiveId" clId="{AD7D701E-6F2A-1D44-A335-D5E74E4DE931}" dt="2021-10-25T23:56:12.537" v="14"/>
            <ac:spMkLst>
              <pc:docMk/>
              <pc:sldMasterMk cId="0" sldId="2147483648"/>
              <pc:sldLayoutMk cId="0" sldId="2147483662"/>
              <ac:spMk id="7" creationId="{3ABEF1A0-40DC-F943-A485-0085C3324935}"/>
            </ac:spMkLst>
          </pc:spChg>
        </pc:sldLayoutChg>
        <pc:sldLayoutChg chg="modSp mod">
          <pc:chgData name="Wang Sining" userId="704a977d29132bd8" providerId="LiveId" clId="{AD7D701E-6F2A-1D44-A335-D5E74E4DE931}" dt="2021-10-25T23:55:55.853" v="11" actId="1076"/>
          <pc:sldLayoutMkLst>
            <pc:docMk/>
            <pc:sldMasterMk cId="0" sldId="2147483648"/>
            <pc:sldLayoutMk cId="0" sldId="2147483664"/>
          </pc:sldLayoutMkLst>
          <pc:spChg chg="mod">
            <ac:chgData name="Wang Sining" userId="704a977d29132bd8" providerId="LiveId" clId="{AD7D701E-6F2A-1D44-A335-D5E74E4DE931}" dt="2021-10-25T23:55:55.853" v="11" actId="1076"/>
            <ac:spMkLst>
              <pc:docMk/>
              <pc:sldMasterMk cId="0" sldId="2147483648"/>
              <pc:sldLayoutMk cId="0" sldId="2147483664"/>
              <ac:spMk id="2" creationId="{00000000-0000-0000-0000-000000000000}"/>
            </ac:spMkLst>
          </pc:spChg>
        </pc:sldLayoutChg>
        <pc:sldLayoutChg chg="addSp modSp">
          <pc:chgData name="Wang Sining" userId="704a977d29132bd8" providerId="LiveId" clId="{AD7D701E-6F2A-1D44-A335-D5E74E4DE931}" dt="2021-10-25T23:56:23.093" v="15"/>
          <pc:sldLayoutMkLst>
            <pc:docMk/>
            <pc:sldMasterMk cId="0" sldId="2147483648"/>
            <pc:sldLayoutMk cId="0" sldId="2147483665"/>
          </pc:sldLayoutMkLst>
          <pc:spChg chg="add mod">
            <ac:chgData name="Wang Sining" userId="704a977d29132bd8" providerId="LiveId" clId="{AD7D701E-6F2A-1D44-A335-D5E74E4DE931}" dt="2021-10-25T23:56:23.093" v="15"/>
            <ac:spMkLst>
              <pc:docMk/>
              <pc:sldMasterMk cId="0" sldId="2147483648"/>
              <pc:sldLayoutMk cId="0" sldId="2147483665"/>
              <ac:spMk id="5" creationId="{CD36B911-4A33-824D-B895-BB13193E000B}"/>
            </ac:spMkLst>
          </pc:spChg>
        </pc:sldLayoutChg>
        <pc:sldLayoutChg chg="delSp mod">
          <pc:chgData name="Wang Sining" userId="704a977d29132bd8" providerId="LiveId" clId="{AD7D701E-6F2A-1D44-A335-D5E74E4DE931}" dt="2021-10-25T23:56:32.750" v="17" actId="478"/>
          <pc:sldLayoutMkLst>
            <pc:docMk/>
            <pc:sldMasterMk cId="0" sldId="2147483648"/>
            <pc:sldLayoutMk cId="98168602" sldId="2147483666"/>
          </pc:sldLayoutMkLst>
          <pc:spChg chg="del">
            <ac:chgData name="Wang Sining" userId="704a977d29132bd8" providerId="LiveId" clId="{AD7D701E-6F2A-1D44-A335-D5E74E4DE931}" dt="2021-10-25T23:56:29.233" v="16" actId="478"/>
            <ac:spMkLst>
              <pc:docMk/>
              <pc:sldMasterMk cId="0" sldId="2147483648"/>
              <pc:sldLayoutMk cId="98168602" sldId="2147483666"/>
              <ac:spMk id="2" creationId="{059A8FE3-E5CA-4846-BFEE-03BB1001E5B2}"/>
            </ac:spMkLst>
          </pc:spChg>
          <pc:spChg chg="del">
            <ac:chgData name="Wang Sining" userId="704a977d29132bd8" providerId="LiveId" clId="{AD7D701E-6F2A-1D44-A335-D5E74E4DE931}" dt="2021-10-25T23:56:32.750" v="17" actId="478"/>
            <ac:spMkLst>
              <pc:docMk/>
              <pc:sldMasterMk cId="0" sldId="2147483648"/>
              <pc:sldLayoutMk cId="98168602" sldId="2147483666"/>
              <ac:spMk id="3" creationId="{7E6B5994-A8F0-914B-AFCE-DAF2DFE4EC9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A74D1-CFFB-7241-9E1F-6DD661C7F74A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B78F0-743C-ED43-A7F1-D8A59B8A5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5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78F0-743C-ED43-A7F1-D8A59B8A58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94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78F0-743C-ED43-A7F1-D8A59B8A58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5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78F0-743C-ED43-A7F1-D8A59B8A58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26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78F0-743C-ED43-A7F1-D8A59B8A58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98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78F0-743C-ED43-A7F1-D8A59B8A58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95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30F4-2A5E-4AA2-2538-34C0780C5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2B561-D820-E055-57B1-65F4C3EAC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EE056-8B91-0E22-7845-54452C061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This self-awareness builds independence and better judgment</a:t>
            </a:r>
            <a:endParaRPr lang="en-US" sz="1200" kern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74138-6515-574F-EA4C-ADD14FE4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78F0-743C-ED43-A7F1-D8A59B8A58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58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19AE-3D70-4242-F2FF-4CCD26FF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D531E-98B7-A8E5-3FE9-A4462C039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02FBC-F6EE-3DDC-B7F0-6E2BF4C74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This self-awareness builds independence and better judgment</a:t>
            </a:r>
            <a:endParaRPr lang="en-US" sz="1200" kern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2CCB3-556B-40F2-68FD-D0F7F5E25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78F0-743C-ED43-A7F1-D8A59B8A58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46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059A-A860-387F-5FB2-2974B7D0D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F6018-F080-CE37-AF66-CC679B40D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B1330-EDF4-20E8-B091-A42ACA240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This self-awareness builds independence and better judgment</a:t>
            </a:r>
            <a:endParaRPr lang="en-US" sz="1200" kern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11ACF-F80A-A5D7-DC19-08341299D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78F0-743C-ED43-A7F1-D8A59B8A58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41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EA58E-DE67-C943-8587-2AAA2E4E0305}" type="datetime1">
              <a:rPr lang="en-US" smtClean="0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7" name="Holder 2">
            <a:extLst>
              <a:ext uri="{FF2B5EF4-FFF2-40B4-BE49-F238E27FC236}">
                <a16:creationId xmlns:a16="http://schemas.microsoft.com/office/drawing/2014/main" id="{1F376892-9F34-9B4A-91F0-556387950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9" y="933624"/>
            <a:ext cx="4608830" cy="57404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3369E8"/>
                </a:solidFill>
                <a:latin typeface="Verdana"/>
                <a:cs typeface="Verdana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3000" y="2267265"/>
            <a:ext cx="7218679" cy="2463800"/>
          </a:xfrm>
        </p:spPr>
        <p:txBody>
          <a:bodyPr lIns="0" tIns="0" rIns="0" bIns="0"/>
          <a:lstStyle>
            <a:lvl1pPr>
              <a:defRPr sz="20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6A84B-870F-D042-85FC-C5FE1B9069A9}" type="datetime1">
              <a:rPr lang="en-US" smtClean="0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7" name="Holder 2">
            <a:extLst>
              <a:ext uri="{FF2B5EF4-FFF2-40B4-BE49-F238E27FC236}">
                <a16:creationId xmlns:a16="http://schemas.microsoft.com/office/drawing/2014/main" id="{3ABEF1A0-40DC-F943-A485-0085C3324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9" y="933624"/>
            <a:ext cx="4608830" cy="57404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3369E8"/>
                </a:solidFill>
                <a:latin typeface="Verdana"/>
                <a:cs typeface="Verdana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3183" y="2676525"/>
            <a:ext cx="7857632" cy="513080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rgbClr val="3369E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F8D7-A8C9-5C4B-9C87-E482F8893964}" type="datetime1">
              <a:rPr lang="en-US" smtClean="0"/>
              <a:t>7/4/26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3183" y="2676525"/>
            <a:ext cx="7857632" cy="513080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rgbClr val="3369E8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0452D-796B-A746-B3D0-34386054FCE3}" type="datetime1">
              <a:rPr lang="en-US" smtClean="0"/>
              <a:t>7/4/26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55ACD-3577-344E-9261-8A1FB4F0BBD3}" type="datetime1">
              <a:rPr lang="en-US" smtClean="0"/>
              <a:t>7/4/26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CD36B911-4A33-824D-B895-BB13193E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9" y="933624"/>
            <a:ext cx="4608830" cy="57404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3369E8"/>
                </a:solidFill>
                <a:latin typeface="Verdana"/>
                <a:cs typeface="Verdana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C1998-4639-554F-BFA5-1684770C17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ADA09-D7C6-F948-B36C-35BA7313453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17055CE-DF62-314C-A2E5-F83898BB6EE1}" type="datetime1">
              <a:rPr lang="en-US" smtClean="0"/>
              <a:t>7/4/26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8C84F-5594-1442-89B0-830EEA25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168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738A-792B-904A-BA8D-138944659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E0E3-701D-6246-B0D3-83B4422FE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10273-BDA8-BF44-B1E9-E91AB5434B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08837-E8FC-3545-B736-CBBE831ECDA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20804F7-B582-5649-93FF-2241A09D0269}" type="datetime1">
              <a:rPr lang="en-US" smtClean="0"/>
              <a:t>7/4/26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DB4D1-2CDD-8148-90C0-DEDAEFB0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396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-14135" y="-13126"/>
            <a:ext cx="9125902" cy="1587499"/>
          </a:xfrm>
          <a:prstGeom prst="rect">
            <a:avLst/>
          </a:prstGeom>
        </p:spPr>
      </p:pic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9200" y="2267265"/>
            <a:ext cx="7142479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804F7-B582-5649-93FF-2241A09D0269}" type="datetime1">
              <a:rPr lang="en-US" smtClean="0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" TargetMode="External"/><Relationship Id="rId7" Type="http://schemas.openxmlformats.org/officeDocument/2006/relationships/hyperlink" Target="https://www.statsmodels.org/stable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kit-learn.org/stable/" TargetMode="External"/><Relationship Id="rId5" Type="http://schemas.openxmlformats.org/officeDocument/2006/relationships/hyperlink" Target="https://matplotlib.org/" TargetMode="External"/><Relationship Id="rId4" Type="http://schemas.openxmlformats.org/officeDocument/2006/relationships/hyperlink" Target="https://docs.scipy.org/doc/scipy/reference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3">
            <a:extLst>
              <a:ext uri="{FF2B5EF4-FFF2-40B4-BE49-F238E27FC236}">
                <a16:creationId xmlns:a16="http://schemas.microsoft.com/office/drawing/2014/main" id="{1DE7DF7D-FE27-E64E-A041-02DD2D0B28F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2035" y="6350"/>
            <a:ext cx="9149675" cy="3349624"/>
          </a:xfrm>
          <a:prstGeom prst="rect">
            <a:avLst/>
          </a:prstGeom>
          <a:noFill/>
        </p:spPr>
      </p:pic>
      <p:sp>
        <p:nvSpPr>
          <p:cNvPr id="16" name="object 4">
            <a:extLst>
              <a:ext uri="{FF2B5EF4-FFF2-40B4-BE49-F238E27FC236}">
                <a16:creationId xmlns:a16="http://schemas.microsoft.com/office/drawing/2014/main" id="{E042AEFD-50E0-A84E-9AA6-61AC9A30729C}"/>
              </a:ext>
            </a:extLst>
          </p:cNvPr>
          <p:cNvSpPr/>
          <p:nvPr/>
        </p:nvSpPr>
        <p:spPr>
          <a:xfrm>
            <a:off x="-12035" y="3349625"/>
            <a:ext cx="9149676" cy="12700"/>
          </a:xfrm>
          <a:custGeom>
            <a:avLst/>
            <a:gdLst/>
            <a:ahLst/>
            <a:cxnLst/>
            <a:rect l="l" t="t" r="r" b="b"/>
            <a:pathLst>
              <a:path w="9137650" h="12700">
                <a:moveTo>
                  <a:pt x="0" y="12700"/>
                </a:moveTo>
                <a:lnTo>
                  <a:pt x="9137650" y="12700"/>
                </a:lnTo>
                <a:lnTo>
                  <a:pt x="913765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127C1B10-1FE8-D14C-89C7-54C0DEC9E634}"/>
              </a:ext>
            </a:extLst>
          </p:cNvPr>
          <p:cNvSpPr/>
          <p:nvPr/>
        </p:nvSpPr>
        <p:spPr>
          <a:xfrm>
            <a:off x="-12035" y="3199493"/>
            <a:ext cx="3128312" cy="0"/>
          </a:xfrm>
          <a:custGeom>
            <a:avLst/>
            <a:gdLst/>
            <a:ahLst/>
            <a:cxnLst/>
            <a:rect l="l" t="t" r="r" b="b"/>
            <a:pathLst>
              <a:path w="3124200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12700">
            <a:solidFill>
              <a:srgbClr val="3369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048000" y="2577193"/>
            <a:ext cx="152400" cy="628650"/>
            <a:chOff x="3048000" y="2577193"/>
            <a:chExt cx="152400" cy="628650"/>
          </a:xfrm>
        </p:grpSpPr>
        <p:sp>
          <p:nvSpPr>
            <p:cNvPr id="9" name="object 9"/>
            <p:cNvSpPr/>
            <p:nvPr/>
          </p:nvSpPr>
          <p:spPr>
            <a:xfrm>
              <a:off x="3175000" y="2577193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ln w="50800">
              <a:solidFill>
                <a:srgbClr val="EDB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60700" y="2716893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0"/>
                  </a:moveTo>
                  <a:lnTo>
                    <a:pt x="0" y="488950"/>
                  </a:lnTo>
                </a:path>
              </a:pathLst>
            </a:custGeom>
            <a:ln w="254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56026" y="4314832"/>
            <a:ext cx="564769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Module</a:t>
            </a:r>
            <a:r>
              <a:rPr sz="24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spc="10" dirty="0">
                <a:solidFill>
                  <a:srgbClr val="231F20"/>
                </a:solidFill>
                <a:latin typeface="Arial"/>
                <a:cs typeface="Arial"/>
              </a:rPr>
              <a:t>9</a:t>
            </a:r>
            <a:r>
              <a:rPr sz="2400" spc="10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r>
              <a:rPr sz="24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spc="35" dirty="0">
                <a:solidFill>
                  <a:srgbClr val="231F20"/>
                </a:solidFill>
                <a:latin typeface="Arial"/>
                <a:cs typeface="Arial"/>
              </a:rPr>
              <a:t>Data Manipulation and Exploring with Pandas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8AF7F185-2982-714F-BF0E-73E9D1421003}"/>
              </a:ext>
            </a:extLst>
          </p:cNvPr>
          <p:cNvSpPr txBox="1">
            <a:spLocks/>
          </p:cNvSpPr>
          <p:nvPr/>
        </p:nvSpPr>
        <p:spPr>
          <a:xfrm>
            <a:off x="3318481" y="2695872"/>
            <a:ext cx="562991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0" i="0">
                <a:solidFill>
                  <a:srgbClr val="3369E8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kern="0" spc="-5" dirty="0">
                <a:latin typeface="Arial"/>
                <a:cs typeface="Arial"/>
              </a:rPr>
              <a:t>Computational</a:t>
            </a:r>
            <a:r>
              <a:rPr lang="en-US" sz="3800" kern="0" spc="-90" dirty="0">
                <a:latin typeface="Arial"/>
                <a:cs typeface="Arial"/>
              </a:rPr>
              <a:t> </a:t>
            </a:r>
            <a:r>
              <a:rPr lang="en-US" sz="3800" kern="0" dirty="0">
                <a:latin typeface="Arial"/>
                <a:cs typeface="Arial"/>
              </a:rPr>
              <a:t>Economics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ool&#10;&#10;Description automatically generated">
            <a:extLst>
              <a:ext uri="{FF2B5EF4-FFF2-40B4-BE49-F238E27FC236}">
                <a16:creationId xmlns:a16="http://schemas.microsoft.com/office/drawing/2014/main" id="{FD5432A0-B707-844A-A026-A19BBA84C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3948827"/>
            <a:ext cx="3086100" cy="24511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E1AB66-4DF0-CF41-8805-65159B572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267265"/>
            <a:ext cx="7218679" cy="21475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The 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pandas</a:t>
            </a:r>
            <a:r>
              <a:rPr lang="en-US" sz="2400" dirty="0"/>
              <a:t> package is the most important tool at the disposal of Data Scientists and Analysts working in Python today. pandas is the backbone of most data projects.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BE45F5-8F7E-FD4C-8442-48BBB45910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2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8B35AD-AB1A-A342-90E9-C57D31A1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AD887346-E468-034D-A466-36906DF5F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" y="4871868"/>
            <a:ext cx="2810165" cy="1986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376B85-0104-4920-29B8-814ED33833FF}"/>
              </a:ext>
            </a:extLst>
          </p:cNvPr>
          <p:cNvSpPr txBox="1"/>
          <p:nvPr/>
        </p:nvSpPr>
        <p:spPr>
          <a:xfrm>
            <a:off x="-2107096" y="29949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6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0CB54B-A6C9-0C46-83D2-AF3A466AD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18" y="2351782"/>
            <a:ext cx="7579359" cy="21475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The Word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pandas</a:t>
            </a:r>
            <a:r>
              <a:rPr lang="en-US" sz="2400" dirty="0"/>
              <a:t> is derived from the term "panel data", an econometrics term for data sets that include observations over multiple time periods for the same individuals.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863833-DB9D-9649-9915-D8A89F09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8" y="933624"/>
            <a:ext cx="6570981" cy="574040"/>
          </a:xfrm>
        </p:spPr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6863A-8D85-7A49-83AB-28AADC5E72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407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FFB152-50DE-AE45-B124-883D24EF3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025" y="2362200"/>
            <a:ext cx="7846062" cy="3693319"/>
          </a:xfrm>
        </p:spPr>
        <p:txBody>
          <a:bodyPr/>
          <a:lstStyle/>
          <a:p>
            <a:r>
              <a:rPr lang="en-US" sz="2400" dirty="0"/>
              <a:t>Not only is the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pandas</a:t>
            </a:r>
            <a:r>
              <a:rPr lang="en-US" sz="2400" dirty="0"/>
              <a:t> library a central component of the data science toolkit but it is used in conjunction with other libraries in that collection.</a:t>
            </a:r>
          </a:p>
          <a:p>
            <a:endParaRPr lang="en-US" sz="2400" dirty="0"/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Pandas is built on top of the </a:t>
            </a:r>
            <a:r>
              <a:rPr lang="en-US" sz="2400" b="1" dirty="0">
                <a:hlinkClick r:id="rId3"/>
              </a:rPr>
              <a:t>NumPy</a:t>
            </a:r>
            <a:r>
              <a:rPr lang="en-US" sz="2400" dirty="0"/>
              <a:t> package</a:t>
            </a: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Data in pandas is often used to feed analysis in </a:t>
            </a:r>
            <a:r>
              <a:rPr lang="en-US" sz="2400" b="1" dirty="0">
                <a:hlinkClick r:id="rId4"/>
              </a:rPr>
              <a:t>SciPy</a:t>
            </a:r>
            <a:endParaRPr lang="en-US" sz="2400" dirty="0"/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plotting functions from </a:t>
            </a:r>
            <a:r>
              <a:rPr lang="en-US" sz="2400" b="1" dirty="0">
                <a:hlinkClick r:id="rId5"/>
              </a:rPr>
              <a:t>Matplotlib</a:t>
            </a:r>
            <a:r>
              <a:rPr lang="en-US" sz="2400" dirty="0"/>
              <a:t>, and</a:t>
            </a: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machine learning algorithms in </a:t>
            </a:r>
            <a:r>
              <a:rPr lang="en-US" sz="2400" b="1" dirty="0">
                <a:hlinkClick r:id="rId6"/>
              </a:rPr>
              <a:t>Scikit-learn</a:t>
            </a:r>
            <a:r>
              <a:rPr lang="en-US" sz="2400" dirty="0"/>
              <a:t>.</a:t>
            </a: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regressions and other estimations with </a:t>
            </a:r>
            <a:r>
              <a:rPr lang="en-US" sz="2400" b="1" dirty="0">
                <a:hlinkClick r:id="rId7"/>
              </a:rPr>
              <a:t>statsmodels</a:t>
            </a:r>
            <a:endParaRPr lang="en-US" sz="2400" b="1" dirty="0"/>
          </a:p>
          <a:p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266224-8D0B-774F-A6AA-E853F693E7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4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FBF0C7-79E1-8E4C-86DE-98AFC2BA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383030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96CBD3-BDD8-4843-A5A0-0F3D3F8DD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267265"/>
            <a:ext cx="7218679" cy="31517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/>
              <a:t>"Most good programmers do programming not because they expect to get paid or get adulation by the public, but because it is fun to program."</a:t>
            </a:r>
            <a:br>
              <a:rPr lang="en-US" sz="2800" dirty="0"/>
            </a:br>
            <a:r>
              <a:rPr lang="en-US" sz="2800" dirty="0"/>
              <a:t>				—Linus Torvalds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5FD4DE-DB0D-554A-A0FD-0E7752BFE5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5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F66021-5E49-8845-A36A-6602FD81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 yourself</a:t>
            </a:r>
          </a:p>
        </p:txBody>
      </p:sp>
    </p:spTree>
    <p:extLst>
      <p:ext uri="{BB962C8B-B14F-4D97-AF65-F5344CB8AC3E}">
        <p14:creationId xmlns:p14="http://schemas.microsoft.com/office/powerpoint/2010/main" val="2205150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96D6EA-E898-6547-AE21-CDCC2BBC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7218679" cy="4001095"/>
          </a:xfrm>
        </p:spPr>
        <p:txBody>
          <a:bodyPr/>
          <a:lstStyle/>
          <a:p>
            <a:r>
              <a:rPr lang="en-US" dirty="0"/>
              <a:t>1. Getting to know Pandas' Data Structures</a:t>
            </a:r>
          </a:p>
          <a:p>
            <a:r>
              <a:rPr lang="en-US" dirty="0"/>
              <a:t>	Series Objects</a:t>
            </a:r>
          </a:p>
          <a:p>
            <a:r>
              <a:rPr lang="en-US" dirty="0"/>
              <a:t>	</a:t>
            </a:r>
            <a:r>
              <a:rPr lang="en-US" dirty="0" err="1"/>
              <a:t>DataFrame</a:t>
            </a:r>
            <a:r>
              <a:rPr lang="en-US" dirty="0"/>
              <a:t> Object</a:t>
            </a:r>
          </a:p>
          <a:p>
            <a:endParaRPr lang="en-US" dirty="0"/>
          </a:p>
          <a:p>
            <a:r>
              <a:rPr lang="en-US" dirty="0"/>
              <a:t>2. Accessing Series Elements</a:t>
            </a:r>
          </a:p>
          <a:p>
            <a:r>
              <a:rPr lang="en-US" dirty="0"/>
              <a:t>	Using the Indexing Operator</a:t>
            </a:r>
          </a:p>
          <a:p>
            <a:r>
              <a:rPr lang="en-US" dirty="0"/>
              <a:t>	Using .loc and .</a:t>
            </a:r>
            <a:r>
              <a:rPr lang="en-US" dirty="0" err="1"/>
              <a:t>iloc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Accessing </a:t>
            </a:r>
            <a:r>
              <a:rPr lang="en-US" dirty="0" err="1"/>
              <a:t>DataFrame</a:t>
            </a:r>
            <a:r>
              <a:rPr lang="en-US" dirty="0"/>
              <a:t> Elements</a:t>
            </a:r>
          </a:p>
          <a:p>
            <a:r>
              <a:rPr lang="en-US" dirty="0"/>
              <a:t>	Using the Indexing Operator</a:t>
            </a:r>
          </a:p>
          <a:p>
            <a:r>
              <a:rPr lang="en-US" dirty="0"/>
              <a:t>	Using .loc and .</a:t>
            </a:r>
            <a:r>
              <a:rPr lang="en-US" dirty="0" err="1"/>
              <a:t>iloc</a:t>
            </a:r>
            <a:endParaRPr lang="en-US" dirty="0"/>
          </a:p>
          <a:p>
            <a:endParaRPr lang="en-US" dirty="0"/>
          </a:p>
          <a:p>
            <a:r>
              <a:rPr lang="en-US" dirty="0"/>
              <a:t>4. Combining datasets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60B7A-059C-F94E-9E7C-FE2BE18D83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6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C6C5E7-CB6B-8E4F-9F16-E6BD8947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8" y="933624"/>
            <a:ext cx="6494781" cy="57404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179795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96D6EA-E898-6547-AE21-CDCC2BBC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267265"/>
            <a:ext cx="7218679" cy="3385542"/>
          </a:xfrm>
        </p:spPr>
        <p:txBody>
          <a:bodyPr/>
          <a:lstStyle/>
          <a:p>
            <a:r>
              <a:rPr lang="en-US" dirty="0"/>
              <a:t>5. Getting to know your dataset with summary functions</a:t>
            </a:r>
          </a:p>
          <a:p>
            <a:endParaRPr lang="en-US" dirty="0"/>
          </a:p>
          <a:p>
            <a:r>
              <a:rPr lang="en-US" dirty="0"/>
              <a:t>6. Query your dataset</a:t>
            </a:r>
          </a:p>
          <a:p>
            <a:endParaRPr lang="en-US" dirty="0"/>
          </a:p>
          <a:p>
            <a:r>
              <a:rPr lang="en-US" dirty="0"/>
              <a:t>7. Grouping and sorting</a:t>
            </a:r>
          </a:p>
          <a:p>
            <a:endParaRPr lang="en-US" dirty="0"/>
          </a:p>
          <a:p>
            <a:r>
              <a:rPr lang="en-US" dirty="0"/>
              <a:t>8. Manipulating Columns</a:t>
            </a:r>
          </a:p>
          <a:p>
            <a:endParaRPr lang="en-US" dirty="0"/>
          </a:p>
          <a:p>
            <a:r>
              <a:rPr lang="en-US" dirty="0"/>
              <a:t>9. Cleaning Dataset</a:t>
            </a:r>
          </a:p>
          <a:p>
            <a:endParaRPr lang="en-US" dirty="0"/>
          </a:p>
          <a:p>
            <a:r>
              <a:rPr lang="en-US" dirty="0"/>
              <a:t>10. Data Visualization with Pandas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60B7A-059C-F94E-9E7C-FE2BE18D83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7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C6C5E7-CB6B-8E4F-9F16-E6BD8947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8" y="933624"/>
            <a:ext cx="6494781" cy="57404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36571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DFB187-7502-8938-99E2-A21F4834A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895600"/>
            <a:ext cx="7218679" cy="2215991"/>
          </a:xfrm>
        </p:spPr>
        <p:txBody>
          <a:bodyPr/>
          <a:lstStyle/>
          <a:p>
            <a:r>
              <a:rPr lang="en-US" sz="2400" dirty="0"/>
              <a:t>Starting from this week, we will together explore how AI can assist with data analysis tasks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will use Google </a:t>
            </a:r>
            <a:r>
              <a:rPr lang="en-US" sz="2400" dirty="0" err="1"/>
              <a:t>Colab</a:t>
            </a:r>
            <a:r>
              <a:rPr lang="en-US" sz="2400" dirty="0"/>
              <a:t> + Gemini for class demonstration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660796-DF5D-4A5C-E2D8-62C59CC884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8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CE3BD6-AB76-C51D-9095-AA5DFFC80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8" y="933624"/>
            <a:ext cx="6875781" cy="574040"/>
          </a:xfrm>
        </p:spPr>
        <p:txBody>
          <a:bodyPr/>
          <a:lstStyle/>
          <a:p>
            <a:r>
              <a:rPr lang="en-US" dirty="0"/>
              <a:t>AI Assisted Coding</a:t>
            </a:r>
          </a:p>
        </p:txBody>
      </p:sp>
    </p:spTree>
    <p:extLst>
      <p:ext uri="{BB962C8B-B14F-4D97-AF65-F5344CB8AC3E}">
        <p14:creationId xmlns:p14="http://schemas.microsoft.com/office/powerpoint/2010/main" val="397257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FEF867-03EA-33BA-2D3E-F13E5C1BD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7218679" cy="4308872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Cloud-based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Jupyter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notebook environment — </a:t>
            </a:r>
            <a:r>
              <a:rPr lang="en-US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no setup needed.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Free to use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with Google account (CPU, limited GPU/TPU included).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Ideal for Python, data science, and machine learning workflows.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Supports rich outputs: charts, interactive widgets, maps, ML model outputs.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Enhanced with Google Gemini for: Conversational code generation; Inline debugging and explanations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79DB08-3B54-CF98-594F-1A77312846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9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67564A-51CD-7BF0-4B1F-F1B5E916F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8" y="933624"/>
            <a:ext cx="7942581" cy="574040"/>
          </a:xfrm>
        </p:spPr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with Gemini</a:t>
            </a:r>
          </a:p>
        </p:txBody>
      </p:sp>
    </p:spTree>
    <p:extLst>
      <p:ext uri="{BB962C8B-B14F-4D97-AF65-F5344CB8AC3E}">
        <p14:creationId xmlns:p14="http://schemas.microsoft.com/office/powerpoint/2010/main" val="4083883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6B1C92-7E18-AE16-60C8-6E572BBA7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2660" y="2057400"/>
            <a:ext cx="7952740" cy="3693319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https://colab.research.google.com/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It is free, and you will need a google account to use it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accent4"/>
                </a:solidFill>
                <a:latin typeface="Arial" panose="020B0604020202020204" pitchFamily="34" charset="0"/>
              </a:rPr>
              <a:t>AI Features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AI-assisted code generate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AI agent (Gemini) conversational code generation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Explain Error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Transform Code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Explain Code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Chat with Gemini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5311E5-8656-9FE0-5840-018EC0C333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10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4B0F4F-086B-7806-8E59-91E72101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19" y="933624"/>
            <a:ext cx="7218678" cy="574040"/>
          </a:xfrm>
        </p:spPr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with Gemini</a:t>
            </a:r>
          </a:p>
        </p:txBody>
      </p:sp>
    </p:spTree>
    <p:extLst>
      <p:ext uri="{BB962C8B-B14F-4D97-AF65-F5344CB8AC3E}">
        <p14:creationId xmlns:p14="http://schemas.microsoft.com/office/powerpoint/2010/main" val="1205295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2DE6-448E-8B6A-4AD8-81CA373B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E4A83-A183-CBF4-B95C-ED298926D1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11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44FC4-AAD0-F2AF-1398-4D80B6A56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838200"/>
            <a:ext cx="6875781" cy="57404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AI Assisted Coding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C561CF6-0393-4469-897F-7D75E41A8EE5}"/>
              </a:ext>
            </a:extLst>
          </p:cNvPr>
          <p:cNvSpPr txBox="1">
            <a:spLocks/>
          </p:cNvSpPr>
          <p:nvPr/>
        </p:nvSpPr>
        <p:spPr>
          <a:xfrm>
            <a:off x="533400" y="2133600"/>
            <a:ext cx="7585368" cy="3724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0" i="0">
                <a:solidFill>
                  <a:srgbClr val="231F20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Plan before you code</a:t>
            </a:r>
            <a:b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i="1" dirty="0">
                <a:solidFill>
                  <a:schemeClr val="tx1"/>
                </a:solidFill>
                <a:latin typeface="Arial" panose="020B0604020202020204" pitchFamily="34" charset="0"/>
              </a:rPr>
              <a:t>AI can’t design what you haven’t imagined.</a:t>
            </a:r>
            <a:b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Define inputs, outputs, and logic first — </a:t>
            </a:r>
            <a:r>
              <a:rPr lang="en-US" altLang="en-US" sz="2200" i="1" dirty="0">
                <a:solidFill>
                  <a:schemeClr val="tx1"/>
                </a:solidFill>
                <a:latin typeface="Arial" panose="020B0604020202020204" pitchFamily="34" charset="0"/>
              </a:rPr>
              <a:t>you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 are the architect.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Manage your expectations</a:t>
            </a:r>
            <a:b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AI accelerates progress, not perfection.</a:t>
            </a:r>
            <a:b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Debugging, reasoning, and problem framing are still your job.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Reflect on your partnership</a:t>
            </a:r>
            <a:br>
              <a:rPr lang="en-US" altLang="en-US" sz="2200" dirty="0">
                <a:solidFill>
                  <a:srgbClr val="0070C0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After each session, ask: </a:t>
            </a:r>
            <a:r>
              <a:rPr lang="en-US" altLang="en-US" sz="2200" i="1" dirty="0">
                <a:solidFill>
                  <a:schemeClr val="tx1"/>
                </a:solidFill>
                <a:latin typeface="Arial" panose="020B0604020202020204" pitchFamily="34" charset="0"/>
              </a:rPr>
              <a:t>What did I rely on AI for? What did I still do myself?</a:t>
            </a:r>
            <a:endParaRPr lang="en-US" sz="2200" kern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61B5F-7461-C7C0-913D-28BC99BEF8A6}"/>
              </a:ext>
            </a:extLst>
          </p:cNvPr>
          <p:cNvSpPr txBox="1"/>
          <p:nvPr/>
        </p:nvSpPr>
        <p:spPr>
          <a:xfrm>
            <a:off x="457200" y="1495930"/>
            <a:ext cx="45910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Mindset: Your Role and Attitude</a:t>
            </a:r>
          </a:p>
        </p:txBody>
      </p:sp>
    </p:spTree>
    <p:extLst>
      <p:ext uri="{BB962C8B-B14F-4D97-AF65-F5344CB8AC3E}">
        <p14:creationId xmlns:p14="http://schemas.microsoft.com/office/powerpoint/2010/main" val="339179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731F-7DA1-F482-5D36-29B13912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C36EBC-7EF2-3E9B-AEC3-196EC6ED14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12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E8FD49-330E-D441-554B-384AF2892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875194"/>
            <a:ext cx="6875781" cy="57404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AI Assisted Coding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4760520-93C4-BF07-65DF-7B7BB789B9B3}"/>
              </a:ext>
            </a:extLst>
          </p:cNvPr>
          <p:cNvSpPr txBox="1">
            <a:spLocks/>
          </p:cNvSpPr>
          <p:nvPr/>
        </p:nvSpPr>
        <p:spPr>
          <a:xfrm>
            <a:off x="533400" y="2133600"/>
            <a:ext cx="8077200" cy="3724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0" i="0">
                <a:solidFill>
                  <a:srgbClr val="231F20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Let AI take small steps</a:t>
            </a:r>
            <a:b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Build incrementally. Ask for one function or fix at a time, test it, then expand.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Verify the code</a:t>
            </a:r>
            <a:b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Fluent ≠ correct. Run, test, and explain what the code is doing before trusting 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Iteration</a:t>
            </a:r>
            <a:br>
              <a:rPr lang="en-US" altLang="en-US" sz="2200" dirty="0">
                <a:solidFill>
                  <a:srgbClr val="0070C0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Coding with AI is an iterative design process — plan, prompt, run, debug, and refine.</a:t>
            </a:r>
            <a:endParaRPr lang="en-US" sz="2200" kern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F7B7E-FCA0-2FC0-FEAC-01B8D5B70E0F}"/>
              </a:ext>
            </a:extLst>
          </p:cNvPr>
          <p:cNvSpPr txBox="1"/>
          <p:nvPr/>
        </p:nvSpPr>
        <p:spPr>
          <a:xfrm>
            <a:off x="457200" y="1532924"/>
            <a:ext cx="45910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You Work with AI</a:t>
            </a:r>
          </a:p>
        </p:txBody>
      </p:sp>
    </p:spTree>
    <p:extLst>
      <p:ext uri="{BB962C8B-B14F-4D97-AF65-F5344CB8AC3E}">
        <p14:creationId xmlns:p14="http://schemas.microsoft.com/office/powerpoint/2010/main" val="3634410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A6627-2209-360B-D58C-24B6A0082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11B39F-1EDD-E02C-EB7F-2ED5AE3195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13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230DB6-D069-C11C-7875-89689581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13284"/>
            <a:ext cx="6875781" cy="57404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AI Assisted Coding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C3F50DD-D401-EEAB-B7C2-78FB8BB94CC0}"/>
              </a:ext>
            </a:extLst>
          </p:cNvPr>
          <p:cNvSpPr txBox="1">
            <a:spLocks/>
          </p:cNvSpPr>
          <p:nvPr/>
        </p:nvSpPr>
        <p:spPr>
          <a:xfrm>
            <a:off x="533400" y="2133600"/>
            <a:ext cx="8077200" cy="3724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0" i="0">
                <a:solidFill>
                  <a:srgbClr val="231F20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Explain your intent</a:t>
            </a:r>
            <a:b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Describe what you want, why you want it, and how it fits into your larger goal.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Spell out names clearly</a:t>
            </a:r>
            <a:b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Use descriptive variables and objects. AI relies on context — clear names make its reasoning (and your debugging) smarter.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070C0"/>
                </a:solidFill>
                <a:latin typeface="Arial" panose="020B0604020202020204" pitchFamily="34" charset="0"/>
              </a:rPr>
              <a:t>Learn from the AI</a:t>
            </a:r>
            <a:br>
              <a:rPr lang="en-US" altLang="en-US" sz="2200" dirty="0">
                <a:solidFill>
                  <a:srgbClr val="0070C0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Treat each output as a lesson, not a final answer. Builds transferable understanding, grow beyond copying</a:t>
            </a:r>
            <a:endParaRPr lang="en-US" sz="2200" kern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4DCE8-6F55-F386-2371-32CC84F440BC}"/>
              </a:ext>
            </a:extLst>
          </p:cNvPr>
          <p:cNvSpPr txBox="1"/>
          <p:nvPr/>
        </p:nvSpPr>
        <p:spPr>
          <a:xfrm>
            <a:off x="457200" y="1371014"/>
            <a:ext cx="68757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You Communicate with AI</a:t>
            </a:r>
          </a:p>
        </p:txBody>
      </p:sp>
    </p:spTree>
    <p:extLst>
      <p:ext uri="{BB962C8B-B14F-4D97-AF65-F5344CB8AC3E}">
        <p14:creationId xmlns:p14="http://schemas.microsoft.com/office/powerpoint/2010/main" val="1465326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5054</TotalTime>
  <Words>716</Words>
  <Application>Microsoft Macintosh PowerPoint</Application>
  <PresentationFormat>On-screen Show (4:3)</PresentationFormat>
  <Paragraphs>112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Verdana</vt:lpstr>
      <vt:lpstr>Office Theme</vt:lpstr>
      <vt:lpstr>PowerPoint Presentation</vt:lpstr>
      <vt:lpstr>Pandas</vt:lpstr>
      <vt:lpstr>Pandas</vt:lpstr>
      <vt:lpstr>Pandas</vt:lpstr>
      <vt:lpstr>Teach yourself</vt:lpstr>
      <vt:lpstr>Outline</vt:lpstr>
      <vt:lpstr>Outline</vt:lpstr>
      <vt:lpstr>AI Assisted Coding</vt:lpstr>
      <vt:lpstr>Google Colab with Gemini</vt:lpstr>
      <vt:lpstr>Google Colab with Gemini</vt:lpstr>
      <vt:lpstr>AI Assisted Coding</vt:lpstr>
      <vt:lpstr>AI Assisted Coding</vt:lpstr>
      <vt:lpstr>AI Assisted Coding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Economics</dc:title>
  <cp:lastModifiedBy>Sining Wang</cp:lastModifiedBy>
  <cp:revision>14</cp:revision>
  <dcterms:created xsi:type="dcterms:W3CDTF">2021-10-12T15:13:09Z</dcterms:created>
  <dcterms:modified xsi:type="dcterms:W3CDTF">2026-07-04T03:05:03Z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2020-09-29T00:00:00Z</vt:filetime>
  </property>
  <property fmtid="{D5CDD505-2E9C-101B-9397-08002B2CF9AE}" pid="3" name="Creator">
    <vt:lpwstr>Adobe InDesign 15.0 (Macintosh)</vt:lpwstr>
  </property>
  <property fmtid="{D5CDD505-2E9C-101B-9397-08002B2CF9AE}" pid="4" name="LastSaved">
    <vt:filetime>2021-10-12T00:00:00Z</vt:filetime>
  </property>
</Properties>
</file>